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media/image6.wmf" ContentType="image/x-wmf"/>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3" r:id="rId3"/>
    <p:sldMasterId id="2147483655"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5.xml"/><Relationship Id="rId4" Type="http://schemas.openxmlformats.org/officeDocument/2006/relationships/slideMaster" Target="slideMasters/slideMaster6.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2_Diapositiva de título">
    <p:bg>
      <p:bgPr>
        <a:solidFill>
          <a:srgbClr val="ffffff"/>
        </a:solidFill>
      </p:bgPr>
    </p:bg>
    <p:spTree>
      <p:nvGrpSpPr>
        <p:cNvPr id="1" name=""/>
        <p:cNvGrpSpPr/>
        <p:nvPr/>
      </p:nvGrpSpPr>
      <p:grpSpPr>
        <a:xfrm>
          <a:off x="0" y="0"/>
          <a:ext cx="0" cy="0"/>
          <a:chOff x="0" y="0"/>
          <a:chExt cx="0" cy="0"/>
        </a:xfrm>
      </p:grpSpPr>
      <p:pic>
        <p:nvPicPr>
          <p:cNvPr id="2" name="Imagen 6" descr="Icono&#10;&#10;Descripción generada automáticamente"/>
          <p:cNvPicPr/>
          <p:nvPr/>
        </p:nvPicPr>
        <p:blipFill>
          <a:blip r:embed="rId2"/>
          <a:stretch/>
        </p:blipFill>
        <p:spPr>
          <a:xfrm rot="16200000">
            <a:off x="13320" y="3240"/>
            <a:ext cx="1080360" cy="1107000"/>
          </a:xfrm>
          <a:prstGeom prst="rect">
            <a:avLst/>
          </a:prstGeom>
          <a:noFill/>
          <a:ln w="0">
            <a:noFill/>
          </a:ln>
        </p:spPr>
      </p:pic>
      <p:pic>
        <p:nvPicPr>
          <p:cNvPr id="3" name="Imagen 7" descr="Imagen que contiene Logotipo&#10;&#10;Descripción generada automáticamente"/>
          <p:cNvPicPr/>
          <p:nvPr/>
        </p:nvPicPr>
        <p:blipFill>
          <a:blip r:embed="rId3"/>
          <a:stretch/>
        </p:blipFill>
        <p:spPr>
          <a:xfrm>
            <a:off x="9539640" y="146880"/>
            <a:ext cx="2331720" cy="874080"/>
          </a:xfrm>
          <a:prstGeom prst="rect">
            <a:avLst/>
          </a:prstGeom>
          <a:noFill/>
          <a:ln w="0">
            <a:noFill/>
          </a:ln>
        </p:spPr>
      </p:pic>
      <p:pic>
        <p:nvPicPr>
          <p:cNvPr id="4" name="Imagen 8"/>
          <p:cNvPicPr/>
          <p:nvPr/>
        </p:nvPicPr>
        <p:blipFill>
          <a:blip r:embed="rId4"/>
          <a:stretch/>
        </p:blipFill>
        <p:spPr>
          <a:xfrm>
            <a:off x="0" y="6395040"/>
            <a:ext cx="12191760" cy="462600"/>
          </a:xfrm>
          <a:prstGeom prst="rect">
            <a:avLst/>
          </a:prstGeom>
          <a:noFill/>
          <a:ln w="0">
            <a:noFill/>
          </a:ln>
        </p:spPr>
      </p:pic>
      <p:sp>
        <p:nvSpPr>
          <p:cNvPr id="5" name="Rectangle 2"/>
          <p:cNvSpPr/>
          <p:nvPr/>
        </p:nvSpPr>
        <p:spPr>
          <a:xfrm>
            <a:off x="5393880" y="6395040"/>
            <a:ext cx="2073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2000" b="1" u="none" strike="noStrike">
                <a:solidFill>
                  <a:srgbClr val="13284b"/>
                </a:solidFill>
                <a:effectLst/>
                <a:uFillTx/>
                <a:latin typeface="Roboto"/>
                <a:ea typeface="Roboto"/>
              </a:rPr>
              <a:t>#LCAMP_EU</a:t>
            </a:r>
            <a:endParaRPr lang="de-DE" sz="2000" b="0" u="none" strike="noStrike">
              <a:solidFill>
                <a:srgbClr val="000000"/>
              </a:solidFill>
              <a:effectLst/>
              <a:uFillTx/>
              <a:latin typeface="Arial"/>
            </a:endParaRPr>
          </a:p>
        </p:txBody>
      </p:sp>
      <p:sp>
        <p:nvSpPr>
          <p:cNvPr id="6"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en-US" sz="6000" b="0" u="none" strike="noStrike">
                <a:solidFill>
                  <a:srgbClr val="222d59"/>
                </a:solidFill>
                <a:effectLst/>
                <a:uFillTx/>
                <a:latin typeface="Arial Black"/>
              </a:rPr>
              <a:t>Haga clic para modificar el estilo de título del patrón</a:t>
            </a:r>
            <a:endParaRPr lang="es-ES" sz="6000" b="0" u="none" strike="noStrike">
              <a:solidFill>
                <a:schemeClr val="dk1"/>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positiva de título">
    <p:bg>
      <p:bgPr>
        <a:solidFill>
          <a:srgbClr val="ffffff"/>
        </a:solidFill>
      </p:bgPr>
    </p:bg>
    <p:spTree>
      <p:nvGrpSpPr>
        <p:cNvPr id="1" name=""/>
        <p:cNvGrpSpPr/>
        <p:nvPr/>
      </p:nvGrpSpPr>
      <p:grpSpPr>
        <a:xfrm>
          <a:off x="0" y="0"/>
          <a:ext cx="0" cy="0"/>
          <a:chOff x="0" y="0"/>
          <a:chExt cx="0" cy="0"/>
        </a:xfrm>
      </p:grpSpPr>
      <p:pic>
        <p:nvPicPr>
          <p:cNvPr id="7" name="Imagen 6" descr="Icono&#10;&#10;Descripción generada automáticamente"/>
          <p:cNvPicPr/>
          <p:nvPr/>
        </p:nvPicPr>
        <p:blipFill>
          <a:blip r:embed="rId2"/>
          <a:stretch/>
        </p:blipFill>
        <p:spPr>
          <a:xfrm rot="16200000">
            <a:off x="13320" y="3240"/>
            <a:ext cx="1080360" cy="1107000"/>
          </a:xfrm>
          <a:prstGeom prst="rect">
            <a:avLst/>
          </a:prstGeom>
          <a:noFill/>
          <a:ln w="0">
            <a:noFill/>
          </a:ln>
        </p:spPr>
      </p:pic>
      <p:pic>
        <p:nvPicPr>
          <p:cNvPr id="8" name="Imagen 7" descr="Imagen que contiene Logotipo&#10;&#10;Descripción generada automáticamente"/>
          <p:cNvPicPr/>
          <p:nvPr/>
        </p:nvPicPr>
        <p:blipFill>
          <a:blip r:embed="rId3"/>
          <a:stretch/>
        </p:blipFill>
        <p:spPr>
          <a:xfrm>
            <a:off x="9539640" y="146880"/>
            <a:ext cx="2331720" cy="874080"/>
          </a:xfrm>
          <a:prstGeom prst="rect">
            <a:avLst/>
          </a:prstGeom>
          <a:noFill/>
          <a:ln w="0">
            <a:noFill/>
          </a:ln>
        </p:spPr>
      </p:pic>
      <p:pic>
        <p:nvPicPr>
          <p:cNvPr id="9" name="Imagen 8"/>
          <p:cNvPicPr/>
          <p:nvPr/>
        </p:nvPicPr>
        <p:blipFill>
          <a:blip r:embed="rId4"/>
          <a:stretch/>
        </p:blipFill>
        <p:spPr>
          <a:xfrm>
            <a:off x="0" y="6395040"/>
            <a:ext cx="12191760" cy="462600"/>
          </a:xfrm>
          <a:prstGeom prst="rect">
            <a:avLst/>
          </a:prstGeom>
          <a:noFill/>
          <a:ln w="0">
            <a:noFill/>
          </a:ln>
        </p:spPr>
      </p:pic>
      <p:sp>
        <p:nvSpPr>
          <p:cNvPr id="10" name="Rectangle 2"/>
          <p:cNvSpPr/>
          <p:nvPr/>
        </p:nvSpPr>
        <p:spPr>
          <a:xfrm>
            <a:off x="5393880" y="6395040"/>
            <a:ext cx="2073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2000" b="1" u="none" strike="noStrike">
                <a:solidFill>
                  <a:srgbClr val="13284b"/>
                </a:solidFill>
                <a:effectLst/>
                <a:uFillTx/>
                <a:latin typeface="Roboto"/>
                <a:ea typeface="Roboto"/>
              </a:rPr>
              <a:t>#LCAMP_EU</a:t>
            </a:r>
            <a:endParaRPr lang="de-DE" sz="2000" b="0" u="none" strike="noStrike">
              <a:solidFill>
                <a:srgbClr val="000000"/>
              </a:solidFill>
              <a:effectLst/>
              <a:uFillTx/>
              <a:latin typeface="Arial"/>
            </a:endParaRPr>
          </a:p>
        </p:txBody>
      </p:sp>
      <p:sp>
        <p:nvSpPr>
          <p:cNvPr id="11" name="PlaceHolder 1"/>
          <p:cNvSpPr>
            <a:spLocks noGrp="1"/>
          </p:cNvSpPr>
          <p:nvPr>
            <p:ph type="title"/>
          </p:nvPr>
        </p:nvSpPr>
        <p:spPr>
          <a:xfrm>
            <a:off x="1183680" y="15840"/>
            <a:ext cx="8102160" cy="1325160"/>
          </a:xfrm>
          <a:prstGeom prst="rect">
            <a:avLst/>
          </a:prstGeom>
          <a:noFill/>
          <a:ln w="0">
            <a:noFill/>
          </a:ln>
        </p:spPr>
        <p:txBody>
          <a:bodyPr lIns="91440" rIns="91440" tIns="45720" bIns="45720" anchor="ctr">
            <a:normAutofit/>
          </a:bodyPr>
          <a:p>
            <a:pPr indent="0" defTabSz="914400">
              <a:lnSpc>
                <a:spcPct val="90000"/>
              </a:lnSpc>
              <a:buNone/>
            </a:pPr>
            <a:r>
              <a:rPr lang="es-ES" sz="3000" b="0" u="none" strike="noStrike">
                <a:solidFill>
                  <a:srgbClr val="222d59"/>
                </a:solidFill>
                <a:effectLst/>
                <a:uFillTx/>
                <a:latin typeface="Arial Black"/>
              </a:rPr>
              <a:t>TITTLE</a:t>
            </a:r>
            <a:endParaRPr lang="es-ES" sz="3000" b="0" u="none" strike="noStrike">
              <a:solidFill>
                <a:schemeClr val="dk1"/>
              </a:solidFill>
              <a:effectLst/>
              <a:uFillTx/>
              <a:latin typeface="Arial"/>
            </a:endParaRPr>
          </a:p>
        </p:txBody>
      </p:sp>
      <p:sp>
        <p:nvSpPr>
          <p:cNvPr id="12" name="PlaceHolder 2"/>
          <p:cNvSpPr>
            <a:spLocks noGrp="1"/>
          </p:cNvSpPr>
          <p:nvPr>
            <p:ph type="body"/>
          </p:nvPr>
        </p:nvSpPr>
        <p:spPr>
          <a:xfrm>
            <a:off x="838080" y="1825560"/>
            <a:ext cx="10515240" cy="1689480"/>
          </a:xfrm>
          <a:prstGeom prst="rect">
            <a:avLst/>
          </a:prstGeom>
          <a:noFill/>
          <a:ln w="0">
            <a:noFill/>
          </a:ln>
        </p:spPr>
        <p:txBody>
          <a:bodyPr lIns="90000" rIns="90000" tIns="45000" bIns="45000" anchor="t">
            <a:normAutofit/>
          </a:bodyPr>
          <a:p>
            <a:pPr marL="228600" indent="-228600" defTabSz="914400">
              <a:lnSpc>
                <a:spcPct val="90000"/>
              </a:lnSpc>
              <a:spcBef>
                <a:spcPts val="1001"/>
              </a:spcBef>
              <a:buClr>
                <a:srgbClr val="222d59"/>
              </a:buClr>
              <a:buFont typeface="Arial"/>
              <a:buChar char="•"/>
            </a:pPr>
            <a:r>
              <a:rPr lang="en-GB" sz="1600" b="1" u="none" strike="noStrike">
                <a:solidFill>
                  <a:srgbClr val="222d59"/>
                </a:solidFill>
                <a:effectLst/>
                <a:uFillTx/>
                <a:latin typeface="Arial"/>
              </a:rPr>
              <a:t>Egin klik diapositiba nagusiaren testu-estiloak aldatzeko</a:t>
            </a:r>
            <a:endParaRPr lang="es-ES" sz="1600" b="0" u="none" strike="noStrike">
              <a:solidFill>
                <a:schemeClr val="dk1"/>
              </a:solidFill>
              <a:effectLst/>
              <a:uFillTx/>
              <a:latin typeface="Arial"/>
            </a:endParaRPr>
          </a:p>
          <a:p>
            <a:pPr marL="685800" lvl="1" indent="-228600" defTabSz="914400">
              <a:lnSpc>
                <a:spcPct val="90000"/>
              </a:lnSpc>
              <a:spcBef>
                <a:spcPts val="499"/>
              </a:spcBef>
              <a:buClr>
                <a:srgbClr val="57b9df"/>
              </a:buClr>
              <a:buFont typeface="Arial"/>
              <a:buChar char="•"/>
            </a:pPr>
            <a:r>
              <a:rPr lang="en-GB" sz="1400" b="0" u="none" strike="noStrike">
                <a:solidFill>
                  <a:srgbClr val="57b9df"/>
                </a:solidFill>
                <a:effectLst/>
                <a:uFillTx/>
                <a:latin typeface="Arial"/>
              </a:rPr>
              <a:t>Bigarren maila</a:t>
            </a:r>
            <a:endParaRPr lang="es-ES" sz="1400" b="0" u="none" strike="noStrike">
              <a:solidFill>
                <a:schemeClr val="dk1"/>
              </a:solidFill>
              <a:effectLst/>
              <a:uFillTx/>
              <a:latin typeface="Arial"/>
            </a:endParaRPr>
          </a:p>
          <a:p>
            <a:pPr marL="1143000" lvl="2" indent="-228600" defTabSz="914400">
              <a:lnSpc>
                <a:spcPct val="90000"/>
              </a:lnSpc>
              <a:spcBef>
                <a:spcPts val="499"/>
              </a:spcBef>
              <a:buClr>
                <a:srgbClr val="57b9df"/>
              </a:buClr>
              <a:buFont typeface="Arial"/>
              <a:buChar char="•"/>
            </a:pPr>
            <a:r>
              <a:rPr lang="en-GB" sz="1200" b="0" u="none" strike="noStrike">
                <a:solidFill>
                  <a:srgbClr val="57b9df"/>
                </a:solidFill>
                <a:effectLst/>
                <a:uFillTx/>
                <a:latin typeface="Arial"/>
              </a:rPr>
              <a:t>Hirugarren maila</a:t>
            </a:r>
            <a:endParaRPr lang="es-ES" sz="1200" b="0" u="none" strike="noStrike">
              <a:solidFill>
                <a:schemeClr val="dk1"/>
              </a:solidFill>
              <a:effectLst/>
              <a:uFillTx/>
              <a:latin typeface="Arial"/>
            </a:endParaRPr>
          </a:p>
          <a:p>
            <a:pPr marL="1600200" lvl="3" indent="-228600" defTabSz="914400">
              <a:lnSpc>
                <a:spcPct val="90000"/>
              </a:lnSpc>
              <a:spcBef>
                <a:spcPts val="499"/>
              </a:spcBef>
              <a:buClr>
                <a:srgbClr val="57b9df"/>
              </a:buClr>
              <a:buFont typeface="Arial"/>
              <a:buChar char="•"/>
            </a:pPr>
            <a:r>
              <a:rPr lang="en-GB" sz="1100" b="0" u="none" strike="noStrike">
                <a:solidFill>
                  <a:srgbClr val="57b9df"/>
                </a:solidFill>
                <a:effectLst/>
                <a:uFillTx/>
                <a:latin typeface="Arial"/>
              </a:rPr>
              <a:t>Laugarren maila</a:t>
            </a:r>
            <a:endParaRPr lang="es-ES" sz="1100" b="0" u="none" strike="noStrike">
              <a:solidFill>
                <a:schemeClr val="dk1"/>
              </a:solidFill>
              <a:effectLst/>
              <a:uFillTx/>
              <a:latin typeface="Arial"/>
            </a:endParaRPr>
          </a:p>
          <a:p>
            <a:pPr marL="2057400" lvl="4" indent="-228600" defTabSz="914400">
              <a:lnSpc>
                <a:spcPct val="90000"/>
              </a:lnSpc>
              <a:spcBef>
                <a:spcPts val="499"/>
              </a:spcBef>
              <a:buClr>
                <a:srgbClr val="57b9df"/>
              </a:buClr>
              <a:buFont typeface="Arial"/>
              <a:buChar char="•"/>
            </a:pPr>
            <a:r>
              <a:rPr lang="en-GB" sz="1100" b="0" u="none" strike="noStrike">
                <a:solidFill>
                  <a:srgbClr val="57b9df"/>
                </a:solidFill>
                <a:effectLst/>
                <a:uFillTx/>
                <a:latin typeface="Arial"/>
              </a:rPr>
              <a:t>Bosgarren maila</a:t>
            </a:r>
            <a:endParaRPr lang="es-ES" sz="1100" b="0" u="none" strike="noStrike">
              <a:solidFill>
                <a:schemeClr val="dk1"/>
              </a:solidFill>
              <a:effectLst/>
              <a:uFillTx/>
              <a:latin typeface="Arial"/>
            </a:endParaRPr>
          </a:p>
        </p:txBody>
      </p:sp>
      <p:sp>
        <p:nvSpPr>
          <p:cNvPr id="13" name="Paralelogramo 8"/>
          <p:cNvSpPr/>
          <p:nvPr/>
        </p:nvSpPr>
        <p:spPr>
          <a:xfrm>
            <a:off x="407520" y="3747600"/>
            <a:ext cx="6522480" cy="2101680"/>
          </a:xfrm>
          <a:prstGeom prst="parallelogram">
            <a:avLst>
              <a:gd name="adj" fmla="val 21441"/>
            </a:avLst>
          </a:prstGeom>
          <a:solidFill>
            <a:srgbClr val="57b9d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s-ES" sz="1800" b="0" u="none" strike="noStrike">
              <a:solidFill>
                <a:schemeClr val="lt1"/>
              </a:solidFill>
              <a:effectLst/>
              <a:uFillTx/>
              <a:latin typeface="Arial"/>
            </a:endParaRPr>
          </a:p>
        </p:txBody>
      </p:sp>
      <p:sp>
        <p:nvSpPr>
          <p:cNvPr id="14" name="PlaceHolder 3"/>
          <p:cNvSpPr>
            <a:spLocks noGrp="1"/>
          </p:cNvSpPr>
          <p:nvPr>
            <p:ph type="body"/>
          </p:nvPr>
        </p:nvSpPr>
        <p:spPr>
          <a:xfrm>
            <a:off x="838080" y="3953520"/>
            <a:ext cx="5526720" cy="1689480"/>
          </a:xfrm>
          <a:prstGeom prst="rect">
            <a:avLst/>
          </a:prstGeom>
          <a:noFill/>
          <a:ln w="0">
            <a:noFill/>
          </a:ln>
        </p:spPr>
        <p:txBody>
          <a:bodyPr lIns="90000" rIns="90000" tIns="45000" bIns="45000" anchor="t">
            <a:normAutofit/>
          </a:bodyPr>
          <a:p>
            <a:pPr marL="228600" indent="-228600" defTabSz="914400">
              <a:lnSpc>
                <a:spcPct val="90000"/>
              </a:lnSpc>
              <a:spcBef>
                <a:spcPts val="1001"/>
              </a:spcBef>
              <a:buClr>
                <a:srgbClr val="ffffff"/>
              </a:buClr>
              <a:buFont typeface="Arial"/>
              <a:buChar char="•"/>
            </a:pPr>
            <a:r>
              <a:rPr lang="en-GB" sz="1600" b="1" u="none" strike="noStrike">
                <a:solidFill>
                  <a:srgbClr val="ffffff"/>
                </a:solidFill>
                <a:effectLst/>
                <a:uFillTx/>
                <a:latin typeface="Arial"/>
              </a:rPr>
              <a:t>Egin klik diapositiba nagusiaren testu-estiloak aldatzeko</a:t>
            </a:r>
            <a:endParaRPr lang="es-ES" sz="1600" b="0" u="none" strike="noStrike">
              <a:solidFill>
                <a:schemeClr val="dk1"/>
              </a:solidFill>
              <a:effectLst/>
              <a:uFillTx/>
              <a:latin typeface="Arial"/>
            </a:endParaRPr>
          </a:p>
        </p:txBody>
      </p:sp>
      <p:sp>
        <p:nvSpPr>
          <p:cNvPr id="15" name="Paralelogramo 10"/>
          <p:cNvSpPr/>
          <p:nvPr/>
        </p:nvSpPr>
        <p:spPr>
          <a:xfrm>
            <a:off x="8879760" y="3738240"/>
            <a:ext cx="2834280" cy="127080"/>
          </a:xfrm>
          <a:prstGeom prst="parallelogram">
            <a:avLst>
              <a:gd name="adj" fmla="val 25000"/>
            </a:avLst>
          </a:prstGeom>
          <a:solidFill>
            <a:srgbClr val="222d59"/>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s-ES" sz="1800" b="0" u="none" strike="noStrike">
              <a:solidFill>
                <a:schemeClr val="lt1"/>
              </a:solidFill>
              <a:effectLst/>
              <a:uFillTx/>
              <a:latin typeface="Arial"/>
            </a:endParaRPr>
          </a:p>
        </p:txBody>
      </p:sp>
      <p:sp>
        <p:nvSpPr>
          <p:cNvPr id="16" name="PlaceHolder 4"/>
          <p:cNvSpPr>
            <a:spLocks noGrp="1"/>
          </p:cNvSpPr>
          <p:nvPr>
            <p:ph type="body"/>
          </p:nvPr>
        </p:nvSpPr>
        <p:spPr>
          <a:xfrm>
            <a:off x="8879760" y="3999600"/>
            <a:ext cx="2904120" cy="1689480"/>
          </a:xfrm>
          <a:prstGeom prst="rect">
            <a:avLst/>
          </a:prstGeom>
          <a:noFill/>
          <a:ln w="0">
            <a:noFill/>
          </a:ln>
        </p:spPr>
        <p:txBody>
          <a:bodyPr lIns="90000" rIns="90000" tIns="45000" bIns="45000" anchor="t">
            <a:normAutofit/>
          </a:bodyPr>
          <a:p>
            <a:pPr marL="228600" indent="-228600" defTabSz="914400">
              <a:lnSpc>
                <a:spcPct val="90000"/>
              </a:lnSpc>
              <a:spcBef>
                <a:spcPts val="1001"/>
              </a:spcBef>
              <a:buClr>
                <a:srgbClr val="57b9df"/>
              </a:buClr>
              <a:buFont typeface="Arial"/>
              <a:buChar char="•"/>
            </a:pPr>
            <a:r>
              <a:rPr lang="en-GB" sz="1600" b="1" i="1" u="none" strike="noStrike">
                <a:solidFill>
                  <a:srgbClr val="57b9df"/>
                </a:solidFill>
                <a:effectLst/>
                <a:uFillTx/>
                <a:latin typeface="Arial"/>
              </a:rPr>
              <a:t>EGIN KLIK DIAPOSITIBA NAGUSIAREN TESTU-ESTILOAK ALDATZEKO</a:t>
            </a:r>
            <a:endParaRPr lang="es-ES" sz="1600" b="0" u="none" strike="noStrik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Layout">
    <p:bg>
      <p:bgPr>
        <a:solidFill>
          <a:srgbClr val="ffffff"/>
        </a:solidFill>
      </p:bgPr>
    </p:bg>
    <p:spTree>
      <p:nvGrpSpPr>
        <p:cNvPr id="1" name=""/>
        <p:cNvGrpSpPr/>
        <p:nvPr/>
      </p:nvGrpSpPr>
      <p:grpSpPr>
        <a:xfrm>
          <a:off x="0" y="0"/>
          <a:ext cx="0" cy="0"/>
          <a:chOff x="0" y="0"/>
          <a:chExt cx="0" cy="0"/>
        </a:xfrm>
      </p:grpSpPr>
      <p:pic>
        <p:nvPicPr>
          <p:cNvPr id="17" name="Imagen 6" descr="Icono&#10;&#10;Descripción generada automáticamente"/>
          <p:cNvPicPr/>
          <p:nvPr/>
        </p:nvPicPr>
        <p:blipFill>
          <a:blip r:embed="rId2"/>
          <a:stretch/>
        </p:blipFill>
        <p:spPr>
          <a:xfrm rot="16200000">
            <a:off x="13320" y="3240"/>
            <a:ext cx="1080360" cy="1107000"/>
          </a:xfrm>
          <a:prstGeom prst="rect">
            <a:avLst/>
          </a:prstGeom>
          <a:noFill/>
          <a:ln w="0">
            <a:noFill/>
          </a:ln>
        </p:spPr>
      </p:pic>
      <p:pic>
        <p:nvPicPr>
          <p:cNvPr id="18" name="Imagen 7" descr="Imagen que contiene Logotipo&#10;&#10;Descripción generada automáticamente"/>
          <p:cNvPicPr/>
          <p:nvPr/>
        </p:nvPicPr>
        <p:blipFill>
          <a:blip r:embed="rId3"/>
          <a:stretch/>
        </p:blipFill>
        <p:spPr>
          <a:xfrm>
            <a:off x="9539640" y="146880"/>
            <a:ext cx="2331720" cy="874080"/>
          </a:xfrm>
          <a:prstGeom prst="rect">
            <a:avLst/>
          </a:prstGeom>
          <a:noFill/>
          <a:ln w="0">
            <a:noFill/>
          </a:ln>
        </p:spPr>
      </p:pic>
      <p:pic>
        <p:nvPicPr>
          <p:cNvPr id="19" name="Imagen 8"/>
          <p:cNvPicPr/>
          <p:nvPr/>
        </p:nvPicPr>
        <p:blipFill>
          <a:blip r:embed="rId4"/>
          <a:stretch/>
        </p:blipFill>
        <p:spPr>
          <a:xfrm>
            <a:off x="0" y="6395040"/>
            <a:ext cx="12191760" cy="462600"/>
          </a:xfrm>
          <a:prstGeom prst="rect">
            <a:avLst/>
          </a:prstGeom>
          <a:noFill/>
          <a:ln w="0">
            <a:noFill/>
          </a:ln>
        </p:spPr>
      </p:pic>
      <p:sp>
        <p:nvSpPr>
          <p:cNvPr id="20" name="Rectangle 2"/>
          <p:cNvSpPr/>
          <p:nvPr/>
        </p:nvSpPr>
        <p:spPr>
          <a:xfrm>
            <a:off x="5393880" y="6395040"/>
            <a:ext cx="2073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2000" b="1" u="none" strike="noStrike">
                <a:solidFill>
                  <a:srgbClr val="13284b"/>
                </a:solidFill>
                <a:effectLst/>
                <a:uFillTx/>
                <a:latin typeface="Roboto"/>
                <a:ea typeface="Roboto"/>
              </a:rPr>
              <a:t>#LCAMP_EU</a:t>
            </a:r>
            <a:endParaRPr lang="de-DE"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bg>
      <p:bgPr>
        <a:solidFill>
          <a:srgbClr val="ffffff"/>
        </a:solidFill>
      </p:bgPr>
    </p:bg>
    <p:spTree>
      <p:nvGrpSpPr>
        <p:cNvPr id="1" name=""/>
        <p:cNvGrpSpPr/>
        <p:nvPr/>
      </p:nvGrpSpPr>
      <p:grpSpPr>
        <a:xfrm>
          <a:off x="0" y="0"/>
          <a:ext cx="0" cy="0"/>
          <a:chOff x="0" y="0"/>
          <a:chExt cx="0" cy="0"/>
        </a:xfrm>
      </p:grpSpPr>
      <p:pic>
        <p:nvPicPr>
          <p:cNvPr id="21" name="Imagen 6" descr="Icono&#10;&#10;Descripción generada automáticamente"/>
          <p:cNvPicPr/>
          <p:nvPr/>
        </p:nvPicPr>
        <p:blipFill>
          <a:blip r:embed="rId2"/>
          <a:stretch/>
        </p:blipFill>
        <p:spPr>
          <a:xfrm rot="16200000">
            <a:off x="13320" y="3240"/>
            <a:ext cx="1080360" cy="1107000"/>
          </a:xfrm>
          <a:prstGeom prst="rect">
            <a:avLst/>
          </a:prstGeom>
          <a:noFill/>
          <a:ln w="0">
            <a:noFill/>
          </a:ln>
        </p:spPr>
      </p:pic>
      <p:pic>
        <p:nvPicPr>
          <p:cNvPr id="22" name="Imagen 7" descr="Imagen que contiene Logotipo&#10;&#10;Descripción generada automáticamente"/>
          <p:cNvPicPr/>
          <p:nvPr/>
        </p:nvPicPr>
        <p:blipFill>
          <a:blip r:embed="rId3"/>
          <a:stretch/>
        </p:blipFill>
        <p:spPr>
          <a:xfrm>
            <a:off x="9539640" y="146880"/>
            <a:ext cx="2331720" cy="874080"/>
          </a:xfrm>
          <a:prstGeom prst="rect">
            <a:avLst/>
          </a:prstGeom>
          <a:noFill/>
          <a:ln w="0">
            <a:noFill/>
          </a:ln>
        </p:spPr>
      </p:pic>
      <p:pic>
        <p:nvPicPr>
          <p:cNvPr id="23" name="Imagen 8"/>
          <p:cNvPicPr/>
          <p:nvPr/>
        </p:nvPicPr>
        <p:blipFill>
          <a:blip r:embed="rId4"/>
          <a:stretch/>
        </p:blipFill>
        <p:spPr>
          <a:xfrm>
            <a:off x="0" y="6395040"/>
            <a:ext cx="12191760" cy="462600"/>
          </a:xfrm>
          <a:prstGeom prst="rect">
            <a:avLst/>
          </a:prstGeom>
          <a:noFill/>
          <a:ln w="0">
            <a:noFill/>
          </a:ln>
        </p:spPr>
      </p:pic>
      <p:sp>
        <p:nvSpPr>
          <p:cNvPr id="24" name="Rectangle 2"/>
          <p:cNvSpPr/>
          <p:nvPr/>
        </p:nvSpPr>
        <p:spPr>
          <a:xfrm>
            <a:off x="5393880" y="6395040"/>
            <a:ext cx="2073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2000" b="1" u="none" strike="noStrike">
                <a:solidFill>
                  <a:srgbClr val="13284b"/>
                </a:solidFill>
                <a:effectLst/>
                <a:uFillTx/>
                <a:latin typeface="Roboto"/>
                <a:ea typeface="Roboto"/>
              </a:rPr>
              <a:t>#LCAMP_EU</a:t>
            </a:r>
            <a:endParaRPr lang="de-DE" sz="2000" b="0" u="none" strike="noStrike">
              <a:solidFill>
                <a:srgbClr val="000000"/>
              </a:solidFill>
              <a:effectLst/>
              <a:uFillTx/>
              <a:latin typeface="Arial"/>
            </a:endParaRPr>
          </a:p>
        </p:txBody>
      </p:sp>
      <p:sp>
        <p:nvSpPr>
          <p:cNvPr id="25"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Mastertitelformat bearbeiten</a:t>
            </a:r>
            <a:endParaRPr lang="es-ES" sz="3000" b="0" u="none" strike="noStrike">
              <a:solidFill>
                <a:schemeClr val="dk1"/>
              </a:solidFill>
              <a:effectLst/>
              <a:uFillTx/>
              <a:latin typeface="Arial"/>
            </a:endParaRPr>
          </a:p>
        </p:txBody>
      </p:sp>
      <p:sp>
        <p:nvSpPr>
          <p:cNvPr id="2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endParaRPr lang="es-ES" sz="2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endParaRPr lang="es-ES" sz="2400" b="0" u="none" strike="noStrike">
              <a:solidFill>
                <a:schemeClr val="dk1"/>
              </a:solidFill>
              <a:effectLst/>
              <a:uFillTx/>
              <a:latin typeface="Arial"/>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endParaRPr lang="es-ES" sz="2000" b="0" u="none" strike="noStrike">
              <a:solidFill>
                <a:schemeClr val="dk1"/>
              </a:solidFill>
              <a:effectLst/>
              <a:uFillTx/>
              <a:latin typeface="Arial"/>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endParaRPr lang="es-ES" sz="1800" b="0" u="none" strike="noStrike">
              <a:solidFill>
                <a:schemeClr val="dk1"/>
              </a:solidFill>
              <a:effectLst/>
              <a:uFillTx/>
              <a:latin typeface="Arial"/>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endParaRPr lang="es-ES" sz="1800" b="0" u="none" strike="noStrike">
              <a:solidFill>
                <a:schemeClr val="dk1"/>
              </a:solidFill>
              <a:effectLst/>
              <a:uFillTx/>
              <a:latin typeface="Arial"/>
            </a:endParaRPr>
          </a:p>
        </p:txBody>
      </p:sp>
      <p:sp>
        <p:nvSpPr>
          <p:cNvPr id="27" name="PlaceHolder 3"/>
          <p:cNvSpPr>
            <a:spLocks noGrp="1"/>
          </p:cNvSpPr>
          <p:nvPr>
            <p:ph type="dt" idx="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lang="de-DE" sz="1800" b="0" u="none" strike="noStrike">
                <a:solidFill>
                  <a:schemeClr val="dk1"/>
                </a:solidFill>
                <a:effectLst/>
                <a:uFillTx/>
                <a:latin typeface="Arial"/>
              </a:defRPr>
            </a:lvl1pPr>
          </a:lstStyle>
          <a:p>
            <a:pPr indent="0" defTabSz="914400">
              <a:lnSpc>
                <a:spcPct val="100000"/>
              </a:lnSpc>
              <a:buNone/>
            </a:pPr>
            <a:r>
              <a:rPr lang="de-DE" sz="1800" b="0" u="none" strike="noStrike">
                <a:solidFill>
                  <a:schemeClr val="dk1"/>
                </a:solidFill>
                <a:effectLst/>
                <a:uFillTx/>
                <a:latin typeface="Arial"/>
              </a:rPr>
              <a:t>&lt;date/time&gt;</a:t>
            </a:r>
            <a:endParaRPr lang="de-DE" sz="1800" b="0" u="none" strike="noStrike">
              <a:solidFill>
                <a:srgbClr val="000000"/>
              </a:solidFill>
              <a:effectLst/>
              <a:uFillTx/>
              <a:latin typeface="Times New Roman"/>
            </a:endParaRPr>
          </a:p>
        </p:txBody>
      </p:sp>
      <p:sp>
        <p:nvSpPr>
          <p:cNvPr id="28" name="PlaceHolder 4"/>
          <p:cNvSpPr>
            <a:spLocks noGrp="1"/>
          </p:cNvSpPr>
          <p:nvPr>
            <p:ph type="ftr" idx="2"/>
          </p:nvPr>
        </p:nvSpPr>
        <p:spPr>
          <a:xfrm>
            <a:off x="0" y="0"/>
            <a:ext cx="0" cy="0"/>
          </a:xfrm>
          <a:prstGeom prst="rect">
            <a:avLst/>
          </a:prstGeom>
          <a:noFill/>
          <a:ln w="0">
            <a:noFill/>
          </a:ln>
        </p:spPr>
        <p:txBody>
          <a:bodyPr lIns="90000" rIns="90000" tIns="-45000" bIns="-45000" anchor="t">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&lt;footer&gt;</a:t>
            </a:r>
            <a:endParaRPr lang="de-DE" sz="1400" b="0" u="none" strike="noStrike">
              <a:solidFill>
                <a:srgbClr val="000000"/>
              </a:solidFill>
              <a:effectLst/>
              <a:uFillTx/>
              <a:latin typeface="Times New Roman"/>
            </a:endParaRPr>
          </a:p>
        </p:txBody>
      </p:sp>
      <p:sp>
        <p:nvSpPr>
          <p:cNvPr id="29" name="PlaceHolder 5"/>
          <p:cNvSpPr>
            <a:spLocks noGrp="1"/>
          </p:cNvSpPr>
          <p:nvPr>
            <p:ph type="sldNum" idx="3"/>
          </p:nvPr>
        </p:nvSpPr>
        <p:spPr>
          <a:xfrm>
            <a:off x="0" y="0"/>
            <a:ext cx="0" cy="0"/>
          </a:xfrm>
          <a:prstGeom prst="rect">
            <a:avLst/>
          </a:prstGeom>
          <a:noFill/>
          <a:ln w="0">
            <a:noFill/>
          </a:ln>
        </p:spPr>
        <p:txBody>
          <a:bodyPr lIns="90000" rIns="90000" tIns="-45000" bIns="-45000" anchor="t">
            <a:noAutofit/>
          </a:bodyPr>
          <a:p>
            <a:pPr indent="0">
              <a:buNone/>
            </a:pPr>
            <a:endParaRPr lang="de-DE" sz="18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ustom Layout">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pic>
        <p:nvPicPr>
          <p:cNvPr id="33" name="Imagen 7" descr="Icono&#10;&#10;Descripción generada automáticamente"/>
          <p:cNvPicPr/>
          <p:nvPr/>
        </p:nvPicPr>
        <p:blipFill>
          <a:blip r:embed="rId2"/>
          <a:stretch/>
        </p:blipFill>
        <p:spPr>
          <a:xfrm>
            <a:off x="1080" y="0"/>
            <a:ext cx="12189600" cy="6857640"/>
          </a:xfrm>
          <a:prstGeom prst="rect">
            <a:avLst/>
          </a:prstGeom>
          <a:noFill/>
          <a:ln w="0">
            <a:noFill/>
          </a:ln>
        </p:spPr>
      </p:pic>
      <p:pic>
        <p:nvPicPr>
          <p:cNvPr id="34" name="Imagen 9" descr="Imagen que contiene Logotipo&#10;&#10;Descripción generada automáticamente"/>
          <p:cNvPicPr/>
          <p:nvPr/>
        </p:nvPicPr>
        <p:blipFill>
          <a:blip r:embed="rId3"/>
          <a:stretch/>
        </p:blipFill>
        <p:spPr>
          <a:xfrm>
            <a:off x="605880" y="317520"/>
            <a:ext cx="4081680" cy="1530360"/>
          </a:xfrm>
          <a:prstGeom prst="rect">
            <a:avLst/>
          </a:prstGeom>
          <a:noFill/>
          <a:ln w="0">
            <a:noFill/>
          </a:ln>
        </p:spPr>
      </p:pic>
      <p:sp>
        <p:nvSpPr>
          <p:cNvPr id="35" name="Rectangle 1"/>
          <p:cNvSpPr/>
          <p:nvPr/>
        </p:nvSpPr>
        <p:spPr>
          <a:xfrm>
            <a:off x="541440" y="5761440"/>
            <a:ext cx="3062520" cy="940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x-none" sz="1800" b="0" u="none" strike="noStrike">
              <a:solidFill>
                <a:schemeClr val="lt1"/>
              </a:solidFill>
              <a:effectLst/>
              <a:uFillTx/>
              <a:latin typeface="Calibri"/>
            </a:endParaRPr>
          </a:p>
        </p:txBody>
      </p:sp>
      <p:pic>
        <p:nvPicPr>
          <p:cNvPr id="36" name="Picture 2" descr="Text&#10;&#10;Description automatically generated"/>
          <p:cNvPicPr/>
          <p:nvPr/>
        </p:nvPicPr>
        <p:blipFill>
          <a:blip r:embed="rId4"/>
          <a:stretch/>
        </p:blipFill>
        <p:spPr>
          <a:xfrm>
            <a:off x="1060560" y="6043680"/>
            <a:ext cx="3021480" cy="632160"/>
          </a:xfrm>
          <a:prstGeom prst="rect">
            <a:avLst/>
          </a:prstGeom>
          <a:noFill/>
          <a:ln w="0">
            <a:noFill/>
          </a:ln>
        </p:spPr>
      </p:pic>
      <p:sp>
        <p:nvSpPr>
          <p:cNvPr id="37" name="Rectangle 3"/>
          <p:cNvSpPr/>
          <p:nvPr/>
        </p:nvSpPr>
        <p:spPr>
          <a:xfrm>
            <a:off x="4311000" y="4295160"/>
            <a:ext cx="2073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2000" b="1" u="none" strike="noStrike">
                <a:solidFill>
                  <a:srgbClr val="13284b"/>
                </a:solidFill>
                <a:effectLst/>
                <a:uFillTx/>
                <a:latin typeface="Roboto"/>
                <a:ea typeface="Roboto"/>
              </a:rPr>
              <a:t>#LCAMP_EU</a:t>
            </a:r>
            <a:endParaRPr lang="de-DE" sz="2000" b="0" u="none" strike="noStrike">
              <a:solidFill>
                <a:srgbClr val="000000"/>
              </a:solidFill>
              <a:effectLst/>
              <a:uFillTx/>
              <a:latin typeface="Arial"/>
            </a:endParaRPr>
          </a:p>
        </p:txBody>
      </p:sp>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lang="es-ES" sz="1800" b="0" u="none" strike="noStrike">
                <a:solidFill>
                  <a:schemeClr val="dk1"/>
                </a:solidFill>
                <a:effectLst/>
                <a:uFillTx/>
                <a:latin typeface="Calibri"/>
              </a:rPr>
              <a:t>Click to edit the title text format</a:t>
            </a:r>
            <a:endParaRPr lang="es-ES" sz="1800" b="0" u="none" strike="noStrike">
              <a:solidFill>
                <a:schemeClr val="dk1"/>
              </a:solidFill>
              <a:effectLst/>
              <a:uFillTx/>
              <a:latin typeface="Calibri"/>
            </a:endParaRPr>
          </a:p>
        </p:txBody>
      </p:sp>
      <p:sp>
        <p:nvSpPr>
          <p:cNvPr id="3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es-ES" sz="2800" b="0" u="none" strike="noStrike">
                <a:solidFill>
                  <a:schemeClr val="dk1"/>
                </a:solidFill>
                <a:effectLst/>
                <a:uFillTx/>
                <a:latin typeface="Calibri"/>
              </a:rPr>
              <a:t>Click to edit the outline text format</a:t>
            </a:r>
            <a:endParaRPr lang="es-ES" sz="28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es-ES" sz="2000" b="0" u="none" strike="noStrike">
                <a:solidFill>
                  <a:schemeClr val="dk1"/>
                </a:solidFill>
                <a:effectLst/>
                <a:uFillTx/>
                <a:latin typeface="Calibri"/>
              </a:rPr>
              <a:t>Second Outline Level</a:t>
            </a:r>
            <a:endParaRPr lang="es-ES" sz="20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es-ES" sz="1800" b="0" u="none" strike="noStrike">
                <a:solidFill>
                  <a:schemeClr val="dk1"/>
                </a:solidFill>
                <a:effectLst/>
                <a:uFillTx/>
                <a:latin typeface="Calibri"/>
              </a:rPr>
              <a:t>Third Outline Level</a:t>
            </a:r>
            <a:endParaRPr lang="es-ES" sz="18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es-ES" sz="1800" b="0" u="none" strike="noStrike">
                <a:solidFill>
                  <a:schemeClr val="dk1"/>
                </a:solidFill>
                <a:effectLst/>
                <a:uFillTx/>
                <a:latin typeface="Calibri"/>
              </a:rPr>
              <a:t>Fourth Outline Level</a:t>
            </a:r>
            <a:endParaRPr lang="es-ES" sz="18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Fifth Outline Level</a:t>
            </a:r>
            <a:endParaRPr lang="es-ES" sz="20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Sixth Outline Level</a:t>
            </a:r>
            <a:endParaRPr lang="es-ES" sz="20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Seventh Outline Level</a:t>
            </a:r>
            <a:endParaRPr lang="es-ES" sz="2000" b="0" u="none" strike="noStrike">
              <a:solidFill>
                <a:schemeClr val="dk1"/>
              </a:solidFill>
              <a:effectLst/>
              <a:uFillTx/>
              <a:latin typeface="Calibri"/>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ulua eta edukia">
    <p:bg>
      <p:bgPr>
        <a:solidFill>
          <a:srgbClr val="ffffff"/>
        </a:solidFill>
      </p:bgPr>
    </p:bg>
    <p:spTree>
      <p:nvGrpSpPr>
        <p:cNvPr id="1" name=""/>
        <p:cNvGrpSpPr/>
        <p:nvPr/>
      </p:nvGrpSpPr>
      <p:grpSpPr>
        <a:xfrm>
          <a:off x="0" y="0"/>
          <a:ext cx="0" cy="0"/>
          <a:chOff x="0" y="0"/>
          <a:chExt cx="0" cy="0"/>
        </a:xfrm>
      </p:grpSpPr>
      <p:pic>
        <p:nvPicPr>
          <p:cNvPr id="40" name="Imagen 7" descr="Icono&#10;&#10;Descripción generada automáticamente"/>
          <p:cNvPicPr/>
          <p:nvPr/>
        </p:nvPicPr>
        <p:blipFill>
          <a:blip r:embed="rId2"/>
          <a:stretch/>
        </p:blipFill>
        <p:spPr>
          <a:xfrm>
            <a:off x="1080" y="0"/>
            <a:ext cx="12189600" cy="6857640"/>
          </a:xfrm>
          <a:prstGeom prst="rect">
            <a:avLst/>
          </a:prstGeom>
          <a:noFill/>
          <a:ln w="0">
            <a:noFill/>
          </a:ln>
        </p:spPr>
      </p:pic>
      <p:pic>
        <p:nvPicPr>
          <p:cNvPr id="41" name="Imagen 9" descr="Imagen que contiene Logotipo&#10;&#10;Descripción generada automáticamente"/>
          <p:cNvPicPr/>
          <p:nvPr/>
        </p:nvPicPr>
        <p:blipFill>
          <a:blip r:embed="rId3"/>
          <a:stretch/>
        </p:blipFill>
        <p:spPr>
          <a:xfrm>
            <a:off x="605880" y="317520"/>
            <a:ext cx="4081680" cy="1530360"/>
          </a:xfrm>
          <a:prstGeom prst="rect">
            <a:avLst/>
          </a:prstGeom>
          <a:noFill/>
          <a:ln w="0">
            <a:noFill/>
          </a:ln>
        </p:spPr>
      </p:pic>
      <p:sp>
        <p:nvSpPr>
          <p:cNvPr id="42" name="Rectangle 1"/>
          <p:cNvSpPr/>
          <p:nvPr/>
        </p:nvSpPr>
        <p:spPr>
          <a:xfrm>
            <a:off x="541440" y="5761440"/>
            <a:ext cx="3062520" cy="940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x-none" sz="1800" b="0" u="none" strike="noStrike">
              <a:solidFill>
                <a:schemeClr val="lt1"/>
              </a:solidFill>
              <a:effectLst/>
              <a:uFillTx/>
              <a:latin typeface="Calibri"/>
            </a:endParaRPr>
          </a:p>
        </p:txBody>
      </p:sp>
      <p:pic>
        <p:nvPicPr>
          <p:cNvPr id="43" name="Picture 2" descr="Text&#10;&#10;Description automatically generated"/>
          <p:cNvPicPr/>
          <p:nvPr/>
        </p:nvPicPr>
        <p:blipFill>
          <a:blip r:embed="rId4"/>
          <a:stretch/>
        </p:blipFill>
        <p:spPr>
          <a:xfrm>
            <a:off x="1060560" y="6043680"/>
            <a:ext cx="3021480" cy="632160"/>
          </a:xfrm>
          <a:prstGeom prst="rect">
            <a:avLst/>
          </a:prstGeom>
          <a:noFill/>
          <a:ln w="0">
            <a:noFill/>
          </a:ln>
        </p:spPr>
      </p:pic>
      <p:sp>
        <p:nvSpPr>
          <p:cNvPr id="44" name="Rectangle 3"/>
          <p:cNvSpPr/>
          <p:nvPr/>
        </p:nvSpPr>
        <p:spPr>
          <a:xfrm>
            <a:off x="4311000" y="4295160"/>
            <a:ext cx="2073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2000" b="1" u="none" strike="noStrike">
                <a:solidFill>
                  <a:srgbClr val="13284b"/>
                </a:solidFill>
                <a:effectLst/>
                <a:uFillTx/>
                <a:latin typeface="Roboto"/>
                <a:ea typeface="Roboto"/>
              </a:rPr>
              <a:t>#LCAMP_EU</a:t>
            </a:r>
            <a:endParaRPr lang="de-DE" sz="2000" b="0" u="none" strike="noStrike">
              <a:solidFill>
                <a:srgbClr val="000000"/>
              </a:solidFill>
              <a:effectLst/>
              <a:uFillTx/>
              <a:latin typeface="Arial"/>
            </a:endParaRPr>
          </a:p>
        </p:txBody>
      </p:sp>
      <p:sp>
        <p:nvSpPr>
          <p:cNvPr id="45" name="PlaceHolder 1"/>
          <p:cNvSpPr>
            <a:spLocks noGrp="1"/>
          </p:cNvSpPr>
          <p:nvPr>
            <p:ph type="title"/>
          </p:nvPr>
        </p:nvSpPr>
        <p:spPr>
          <a:xfrm>
            <a:off x="3534480" y="248760"/>
            <a:ext cx="5814360" cy="751680"/>
          </a:xfrm>
          <a:prstGeom prst="rect">
            <a:avLst/>
          </a:prstGeom>
          <a:noFill/>
          <a:ln w="0">
            <a:noFill/>
          </a:ln>
        </p:spPr>
        <p:txBody>
          <a:bodyPr lIns="91440" rIns="91440" tIns="45720" bIns="45720" anchor="ctr">
            <a:normAutofit/>
          </a:bodyPr>
          <a:p>
            <a:pPr indent="0">
              <a:buNone/>
            </a:pPr>
            <a:r>
              <a:rPr lang="es-ES" sz="2400" b="0" u="none" strike="noStrike">
                <a:solidFill>
                  <a:schemeClr val="dk1"/>
                </a:solidFill>
                <a:effectLst/>
                <a:uFillTx/>
                <a:latin typeface="Calibri"/>
              </a:rPr>
              <a:t>Click to edit the title text format</a:t>
            </a:r>
            <a:endParaRPr lang="es-ES" sz="2400" b="0" u="none" strike="noStrike">
              <a:solidFill>
                <a:schemeClr val="dk1"/>
              </a:solidFill>
              <a:effectLst/>
              <a:uFillTx/>
              <a:latin typeface="Calibri"/>
            </a:endParaRPr>
          </a:p>
        </p:txBody>
      </p:sp>
      <p:sp>
        <p:nvSpPr>
          <p:cNvPr id="46"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rmAutofit/>
          </a:bodyPr>
          <a:p>
            <a:pPr marL="432000" indent="-324000">
              <a:lnSpc>
                <a:spcPct val="90000"/>
              </a:lnSpc>
              <a:spcBef>
                <a:spcPts val="1417"/>
              </a:spcBef>
              <a:buClr>
                <a:srgbClr val="000000"/>
              </a:buClr>
              <a:buSzPct val="45000"/>
              <a:buFont typeface="Wingdings" charset="2"/>
              <a:buChar char=""/>
            </a:pPr>
            <a:r>
              <a:rPr lang="es-ES" sz="1600" b="0" u="none" strike="noStrike">
                <a:solidFill>
                  <a:schemeClr val="dk1"/>
                </a:solidFill>
                <a:effectLst/>
                <a:uFillTx/>
                <a:latin typeface="Calibri"/>
              </a:rPr>
              <a:t>Click to edit the outline text format</a:t>
            </a:r>
            <a:endParaRPr lang="es-ES" sz="16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es-ES" sz="1600" b="0" u="none" strike="noStrike">
                <a:solidFill>
                  <a:schemeClr val="dk1"/>
                </a:solidFill>
                <a:effectLst/>
                <a:uFillTx/>
                <a:latin typeface="Calibri"/>
              </a:rPr>
              <a:t>Second Outline Level</a:t>
            </a:r>
            <a:endParaRPr lang="es-ES" sz="16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es-ES" sz="1600" b="0" u="none" strike="noStrike">
                <a:solidFill>
                  <a:schemeClr val="dk1"/>
                </a:solidFill>
                <a:effectLst/>
                <a:uFillTx/>
                <a:latin typeface="Calibri"/>
              </a:rPr>
              <a:t>Third Outline Level</a:t>
            </a:r>
            <a:endParaRPr lang="es-ES" sz="16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es-ES" sz="1600" b="0" u="none" strike="noStrike">
                <a:solidFill>
                  <a:schemeClr val="dk1"/>
                </a:solidFill>
                <a:effectLst/>
                <a:uFillTx/>
                <a:latin typeface="Calibri"/>
              </a:rPr>
              <a:t>Fourth Outline Level</a:t>
            </a:r>
            <a:endParaRPr lang="es-ES" sz="16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es-ES" sz="1600" b="0" u="none" strike="noStrike">
                <a:solidFill>
                  <a:schemeClr val="dk1"/>
                </a:solidFill>
                <a:effectLst/>
                <a:uFillTx/>
                <a:latin typeface="Calibri"/>
              </a:rPr>
              <a:t>Fifth Outline Level</a:t>
            </a:r>
            <a:endParaRPr lang="es-ES" sz="16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es-ES" sz="1600" b="0" u="none" strike="noStrike">
                <a:solidFill>
                  <a:schemeClr val="dk1"/>
                </a:solidFill>
                <a:effectLst/>
                <a:uFillTx/>
                <a:latin typeface="Calibri"/>
              </a:rPr>
              <a:t>Sixth Outline Level</a:t>
            </a:r>
            <a:endParaRPr lang="es-ES" sz="16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es-ES" sz="1600" b="0" u="none" strike="noStrike">
                <a:solidFill>
                  <a:schemeClr val="dk1"/>
                </a:solidFill>
                <a:effectLst/>
                <a:uFillTx/>
                <a:latin typeface="Calibri"/>
              </a:rPr>
              <a:t>Seventh Outline Level</a:t>
            </a:r>
            <a:endParaRPr lang="es-ES" sz="1600" b="0" u="none" strike="noStrike">
              <a:solidFill>
                <a:schemeClr val="dk1"/>
              </a:solidFill>
              <a:effectLst/>
              <a:uFillTx/>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ulua eta edukia">
    <p:bg>
      <p:bgPr>
        <a:solidFill>
          <a:srgbClr val="ffffff"/>
        </a:solidFill>
      </p:bgPr>
    </p:bg>
    <p:spTree>
      <p:nvGrpSpPr>
        <p:cNvPr id="1" name=""/>
        <p:cNvGrpSpPr/>
        <p:nvPr/>
      </p:nvGrpSpPr>
      <p:grpSpPr>
        <a:xfrm>
          <a:off x="0" y="0"/>
          <a:ext cx="0" cy="0"/>
          <a:chOff x="0" y="0"/>
          <a:chExt cx="0" cy="0"/>
        </a:xfrm>
      </p:grpSpPr>
      <p:pic>
        <p:nvPicPr>
          <p:cNvPr id="47" name="Imagen 7" descr="Icono&#10;&#10;Descripción generada automáticamente"/>
          <p:cNvPicPr/>
          <p:nvPr/>
        </p:nvPicPr>
        <p:blipFill>
          <a:blip r:embed="rId2"/>
          <a:stretch/>
        </p:blipFill>
        <p:spPr>
          <a:xfrm>
            <a:off x="1080" y="0"/>
            <a:ext cx="12189600" cy="6857640"/>
          </a:xfrm>
          <a:prstGeom prst="rect">
            <a:avLst/>
          </a:prstGeom>
          <a:noFill/>
          <a:ln w="0">
            <a:noFill/>
          </a:ln>
        </p:spPr>
      </p:pic>
      <p:pic>
        <p:nvPicPr>
          <p:cNvPr id="48" name="Imagen 9" descr="Imagen que contiene Logotipo&#10;&#10;Descripción generada automáticamente"/>
          <p:cNvPicPr/>
          <p:nvPr/>
        </p:nvPicPr>
        <p:blipFill>
          <a:blip r:embed="rId3"/>
          <a:stretch/>
        </p:blipFill>
        <p:spPr>
          <a:xfrm>
            <a:off x="605880" y="317520"/>
            <a:ext cx="4081680" cy="1530360"/>
          </a:xfrm>
          <a:prstGeom prst="rect">
            <a:avLst/>
          </a:prstGeom>
          <a:noFill/>
          <a:ln w="0">
            <a:noFill/>
          </a:ln>
        </p:spPr>
      </p:pic>
      <p:sp>
        <p:nvSpPr>
          <p:cNvPr id="42" name="Rectangle 1"/>
          <p:cNvSpPr/>
          <p:nvPr/>
        </p:nvSpPr>
        <p:spPr>
          <a:xfrm>
            <a:off x="541440" y="5761440"/>
            <a:ext cx="3062520" cy="940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x-none" sz="1800" b="0" u="none" strike="noStrike">
              <a:solidFill>
                <a:schemeClr val="lt1"/>
              </a:solidFill>
              <a:effectLst/>
              <a:uFillTx/>
              <a:latin typeface="Calibri"/>
            </a:endParaRPr>
          </a:p>
        </p:txBody>
      </p:sp>
      <p:pic>
        <p:nvPicPr>
          <p:cNvPr id="49" name="Picture 2" descr="Text&#10;&#10;Description automatically generated"/>
          <p:cNvPicPr/>
          <p:nvPr/>
        </p:nvPicPr>
        <p:blipFill>
          <a:blip r:embed="rId4"/>
          <a:stretch/>
        </p:blipFill>
        <p:spPr>
          <a:xfrm>
            <a:off x="1060560" y="6043680"/>
            <a:ext cx="3021480" cy="632160"/>
          </a:xfrm>
          <a:prstGeom prst="rect">
            <a:avLst/>
          </a:prstGeom>
          <a:noFill/>
          <a:ln w="0">
            <a:noFill/>
          </a:ln>
        </p:spPr>
      </p:pic>
      <p:sp>
        <p:nvSpPr>
          <p:cNvPr id="44" name="Rectangle 3"/>
          <p:cNvSpPr/>
          <p:nvPr/>
        </p:nvSpPr>
        <p:spPr>
          <a:xfrm>
            <a:off x="4311000" y="4295160"/>
            <a:ext cx="2073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2000" b="1" u="none" strike="noStrike">
                <a:solidFill>
                  <a:srgbClr val="13284b"/>
                </a:solidFill>
                <a:effectLst/>
                <a:uFillTx/>
                <a:latin typeface="Roboto"/>
                <a:ea typeface="Roboto"/>
              </a:rPr>
              <a:t>#LCAMP_EU</a:t>
            </a:r>
            <a:endParaRPr lang="de-DE" sz="2000" b="0" u="none" strike="noStrike">
              <a:solidFill>
                <a:srgbClr val="000000"/>
              </a:solidFill>
              <a:effectLst/>
              <a:uFillTx/>
              <a:latin typeface="Arial"/>
            </a:endParaRPr>
          </a:p>
        </p:txBody>
      </p:sp>
      <p:sp>
        <p:nvSpPr>
          <p:cNvPr id="50" name="PlaceHolder 1"/>
          <p:cNvSpPr>
            <a:spLocks noGrp="1"/>
          </p:cNvSpPr>
          <p:nvPr>
            <p:ph type="title"/>
          </p:nvPr>
        </p:nvSpPr>
        <p:spPr>
          <a:xfrm>
            <a:off x="3534480" y="248760"/>
            <a:ext cx="5814360" cy="751680"/>
          </a:xfrm>
          <a:prstGeom prst="rect">
            <a:avLst/>
          </a:prstGeom>
          <a:noFill/>
          <a:ln w="0">
            <a:noFill/>
          </a:ln>
        </p:spPr>
        <p:txBody>
          <a:bodyPr lIns="91440" rIns="91440" tIns="45720" bIns="45720" anchor="ctr">
            <a:normAutofit/>
          </a:bodyPr>
          <a:p>
            <a:pPr indent="0">
              <a:buNone/>
            </a:pPr>
            <a:r>
              <a:rPr lang="es-ES" sz="2400" b="0" u="none" strike="noStrike">
                <a:solidFill>
                  <a:schemeClr val="dk1"/>
                </a:solidFill>
                <a:effectLst/>
                <a:uFillTx/>
                <a:latin typeface="Calibri"/>
              </a:rPr>
              <a:t>Click to edit the title text format</a:t>
            </a:r>
            <a:endParaRPr lang="es-ES" sz="2400" b="0" u="none" strike="noStrike">
              <a:solidFill>
                <a:schemeClr val="dk1"/>
              </a:solidFill>
              <a:effectLst/>
              <a:uFillTx/>
              <a:latin typeface="Calibri"/>
            </a:endParaRPr>
          </a:p>
        </p:txBody>
      </p:sp>
      <p:sp>
        <p:nvSpPr>
          <p:cNvPr id="51"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rmAutofit/>
          </a:bodyPr>
          <a:p>
            <a:pPr marL="432000" indent="-324000">
              <a:lnSpc>
                <a:spcPct val="90000"/>
              </a:lnSpc>
              <a:spcBef>
                <a:spcPts val="1417"/>
              </a:spcBef>
              <a:buClr>
                <a:srgbClr val="000000"/>
              </a:buClr>
              <a:buSzPct val="45000"/>
              <a:buFont typeface="Wingdings" charset="2"/>
              <a:buChar char=""/>
            </a:pPr>
            <a:r>
              <a:rPr lang="es-ES" sz="1600" b="0" u="none" strike="noStrike">
                <a:solidFill>
                  <a:schemeClr val="dk1"/>
                </a:solidFill>
                <a:effectLst/>
                <a:uFillTx/>
                <a:latin typeface="Calibri"/>
              </a:rPr>
              <a:t>Click to edit the outline text format</a:t>
            </a:r>
            <a:endParaRPr lang="es-ES" sz="16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es-ES" sz="1600" b="0" u="none" strike="noStrike">
                <a:solidFill>
                  <a:schemeClr val="dk1"/>
                </a:solidFill>
                <a:effectLst/>
                <a:uFillTx/>
                <a:latin typeface="Calibri"/>
              </a:rPr>
              <a:t>Second Outline Level</a:t>
            </a:r>
            <a:endParaRPr lang="es-ES" sz="16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es-ES" sz="1600" b="0" u="none" strike="noStrike">
                <a:solidFill>
                  <a:schemeClr val="dk1"/>
                </a:solidFill>
                <a:effectLst/>
                <a:uFillTx/>
                <a:latin typeface="Calibri"/>
              </a:rPr>
              <a:t>Third Outline Level</a:t>
            </a:r>
            <a:endParaRPr lang="es-ES" sz="16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es-ES" sz="1600" b="0" u="none" strike="noStrike">
                <a:solidFill>
                  <a:schemeClr val="dk1"/>
                </a:solidFill>
                <a:effectLst/>
                <a:uFillTx/>
                <a:latin typeface="Calibri"/>
              </a:rPr>
              <a:t>Fourth Outline Level</a:t>
            </a:r>
            <a:endParaRPr lang="es-ES" sz="16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es-ES" sz="1600" b="0" u="none" strike="noStrike">
                <a:solidFill>
                  <a:schemeClr val="dk1"/>
                </a:solidFill>
                <a:effectLst/>
                <a:uFillTx/>
                <a:latin typeface="Calibri"/>
              </a:rPr>
              <a:t>Fifth Outline Level</a:t>
            </a:r>
            <a:endParaRPr lang="es-ES" sz="16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es-ES" sz="1600" b="0" u="none" strike="noStrike">
                <a:solidFill>
                  <a:schemeClr val="dk1"/>
                </a:solidFill>
                <a:effectLst/>
                <a:uFillTx/>
                <a:latin typeface="Calibri"/>
              </a:rPr>
              <a:t>Sixth Outline Level</a:t>
            </a:r>
            <a:endParaRPr lang="es-ES" sz="16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es-ES" sz="1600" b="0" u="none" strike="noStrike">
                <a:solidFill>
                  <a:schemeClr val="dk1"/>
                </a:solidFill>
                <a:effectLst/>
                <a:uFillTx/>
                <a:latin typeface="Calibri"/>
              </a:rPr>
              <a:t>Seventh Outline Level</a:t>
            </a:r>
            <a:endParaRPr lang="es-ES" sz="1600" b="0" u="none" strike="noStrike">
              <a:solidFill>
                <a:schemeClr val="dk1"/>
              </a:solidFill>
              <a:effectLst/>
              <a:uFillTx/>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ffffff"/>
        </a:solidFill>
      </p:bgPr>
    </p:bg>
    <p:spTree>
      <p:nvGrpSpPr>
        <p:cNvPr id="1" name=""/>
        <p:cNvGrpSpPr/>
        <p:nvPr/>
      </p:nvGrpSpPr>
      <p:grpSpPr>
        <a:xfrm>
          <a:off x="0" y="0"/>
          <a:ext cx="0" cy="0"/>
          <a:chOff x="0" y="0"/>
          <a:chExt cx="0" cy="0"/>
        </a:xfrm>
      </p:grpSpPr>
      <p:pic>
        <p:nvPicPr>
          <p:cNvPr id="52" name="Imagen 7" descr="Icono&#10;&#10;Descripción generada automáticamente"/>
          <p:cNvPicPr/>
          <p:nvPr/>
        </p:nvPicPr>
        <p:blipFill>
          <a:blip r:embed="rId2"/>
          <a:stretch/>
        </p:blipFill>
        <p:spPr>
          <a:xfrm>
            <a:off x="1080" y="0"/>
            <a:ext cx="12189600" cy="6857640"/>
          </a:xfrm>
          <a:prstGeom prst="rect">
            <a:avLst/>
          </a:prstGeom>
          <a:noFill/>
          <a:ln w="0">
            <a:noFill/>
          </a:ln>
        </p:spPr>
      </p:pic>
      <p:pic>
        <p:nvPicPr>
          <p:cNvPr id="53" name="Imagen 9" descr="Imagen que contiene Logotipo&#10;&#10;Descripción generada automáticamente"/>
          <p:cNvPicPr/>
          <p:nvPr/>
        </p:nvPicPr>
        <p:blipFill>
          <a:blip r:embed="rId3"/>
          <a:stretch/>
        </p:blipFill>
        <p:spPr>
          <a:xfrm>
            <a:off x="605880" y="317520"/>
            <a:ext cx="4081680" cy="1530360"/>
          </a:xfrm>
          <a:prstGeom prst="rect">
            <a:avLst/>
          </a:prstGeom>
          <a:noFill/>
          <a:ln w="0">
            <a:noFill/>
          </a:ln>
        </p:spPr>
      </p:pic>
      <p:sp>
        <p:nvSpPr>
          <p:cNvPr id="54" name="Rectangle 1"/>
          <p:cNvSpPr/>
          <p:nvPr/>
        </p:nvSpPr>
        <p:spPr>
          <a:xfrm>
            <a:off x="541440" y="5761440"/>
            <a:ext cx="3062520" cy="940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x-none" sz="1800" b="0" u="none" strike="noStrike">
              <a:solidFill>
                <a:schemeClr val="lt1"/>
              </a:solidFill>
              <a:effectLst/>
              <a:uFillTx/>
              <a:latin typeface="Calibri"/>
            </a:endParaRPr>
          </a:p>
        </p:txBody>
      </p:sp>
      <p:pic>
        <p:nvPicPr>
          <p:cNvPr id="55" name="Picture 2" descr="Text&#10;&#10;Description automatically generated"/>
          <p:cNvPicPr/>
          <p:nvPr/>
        </p:nvPicPr>
        <p:blipFill>
          <a:blip r:embed="rId4"/>
          <a:stretch/>
        </p:blipFill>
        <p:spPr>
          <a:xfrm>
            <a:off x="1060560" y="6043680"/>
            <a:ext cx="3021480" cy="632160"/>
          </a:xfrm>
          <a:prstGeom prst="rect">
            <a:avLst/>
          </a:prstGeom>
          <a:noFill/>
          <a:ln w="0">
            <a:noFill/>
          </a:ln>
        </p:spPr>
      </p:pic>
      <p:sp>
        <p:nvSpPr>
          <p:cNvPr id="56" name="Rectangle 3"/>
          <p:cNvSpPr/>
          <p:nvPr/>
        </p:nvSpPr>
        <p:spPr>
          <a:xfrm>
            <a:off x="4311000" y="4295160"/>
            <a:ext cx="2073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2000" b="1" u="none" strike="noStrike">
                <a:solidFill>
                  <a:srgbClr val="13284b"/>
                </a:solidFill>
                <a:effectLst/>
                <a:uFillTx/>
                <a:latin typeface="Roboto"/>
                <a:ea typeface="Roboto"/>
              </a:rPr>
              <a:t>#LCAMP_EU</a:t>
            </a:r>
            <a:endParaRPr lang="de-DE" sz="2000" b="0" u="none" strike="noStrike">
              <a:solidFill>
                <a:srgbClr val="000000"/>
              </a:solidFill>
              <a:effectLst/>
              <a:uFillTx/>
              <a:latin typeface="Arial"/>
            </a:endParaRPr>
          </a:p>
        </p:txBody>
      </p:sp>
      <p:sp>
        <p:nvSpPr>
          <p:cNvPr id="57" name="PlaceHolder 1"/>
          <p:cNvSpPr>
            <a:spLocks noGrp="1"/>
          </p:cNvSpPr>
          <p:nvPr>
            <p:ph type="title"/>
          </p:nvPr>
        </p:nvSpPr>
        <p:spPr>
          <a:xfrm>
            <a:off x="1183680" y="15840"/>
            <a:ext cx="8102160" cy="1325160"/>
          </a:xfrm>
          <a:prstGeom prst="rect">
            <a:avLst/>
          </a:prstGeom>
          <a:noFill/>
          <a:ln w="0">
            <a:noFill/>
          </a:ln>
        </p:spPr>
        <p:txBody>
          <a:bodyPr lIns="90000" rIns="90000" tIns="45000" bIns="45000" anchor="t">
            <a:noAutofit/>
          </a:bodyPr>
          <a:p>
            <a:pPr indent="0" defTabSz="914400">
              <a:lnSpc>
                <a:spcPct val="90000"/>
              </a:lnSpc>
              <a:buNone/>
            </a:pPr>
            <a:r>
              <a:rPr lang="es-ES" sz="4400" b="0" u="none" strike="noStrike">
                <a:solidFill>
                  <a:schemeClr val="dk1"/>
                </a:solidFill>
                <a:effectLst/>
                <a:uFillTx/>
                <a:latin typeface="Calibri Light"/>
              </a:rPr>
              <a:t>Tittle</a:t>
            </a:r>
            <a:endParaRPr lang="es-ES" sz="44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0" name="Imagen 6" descr="Icono&#10;&#10;Descripción generada automáticamente"/>
          <p:cNvPicPr/>
          <p:nvPr/>
        </p:nvPicPr>
        <p:blipFill>
          <a:blip r:embed="rId2"/>
          <a:stretch/>
        </p:blipFill>
        <p:spPr>
          <a:xfrm rot="16200000">
            <a:off x="13320" y="3240"/>
            <a:ext cx="1080360" cy="1107000"/>
          </a:xfrm>
          <a:prstGeom prst="rect">
            <a:avLst/>
          </a:prstGeom>
          <a:noFill/>
          <a:ln w="0">
            <a:noFill/>
          </a:ln>
        </p:spPr>
      </p:pic>
      <p:pic>
        <p:nvPicPr>
          <p:cNvPr id="31" name="Imagen 7" descr="Imagen que contiene Logotipo&#10;&#10;Descripción generada automáticamente"/>
          <p:cNvPicPr/>
          <p:nvPr/>
        </p:nvPicPr>
        <p:blipFill>
          <a:blip r:embed="rId3"/>
          <a:stretch/>
        </p:blipFill>
        <p:spPr>
          <a:xfrm>
            <a:off x="10391760" y="146880"/>
            <a:ext cx="1479600" cy="554760"/>
          </a:xfrm>
          <a:prstGeom prst="rect">
            <a:avLst/>
          </a:prstGeom>
          <a:noFill/>
          <a:ln w="0">
            <a:noFill/>
          </a:ln>
        </p:spPr>
      </p:pic>
      <p:sp>
        <p:nvSpPr>
          <p:cNvPr id="32" name="PlaceHolder 1"/>
          <p:cNvSpPr>
            <a:spLocks noGrp="1"/>
          </p:cNvSpPr>
          <p:nvPr>
            <p:ph type="title"/>
          </p:nvPr>
        </p:nvSpPr>
        <p:spPr>
          <a:xfrm>
            <a:off x="1183680" y="15840"/>
            <a:ext cx="8102160" cy="1325160"/>
          </a:xfrm>
          <a:prstGeom prst="rect">
            <a:avLst/>
          </a:prstGeom>
          <a:noFill/>
          <a:ln w="0">
            <a:noFill/>
          </a:ln>
        </p:spPr>
        <p:txBody>
          <a:bodyPr lIns="91440" rIns="91440" tIns="45720" bIns="45720" anchor="ctr">
            <a:noAutofit/>
          </a:bodyPr>
          <a:p>
            <a:pPr indent="0" defTabSz="914400">
              <a:lnSpc>
                <a:spcPct val="90000"/>
              </a:lnSpc>
              <a:buNone/>
            </a:pPr>
            <a:r>
              <a:rPr lang="es-ES" sz="1800" b="0" u="none" strike="noStrike">
                <a:solidFill>
                  <a:srgbClr val="222d59"/>
                </a:solidFill>
                <a:effectLst/>
                <a:uFillTx/>
                <a:latin typeface="Arial Black"/>
              </a:rPr>
              <a:t>Tittle</a:t>
            </a:r>
            <a:endParaRPr lang="es-ES" sz="18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4"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2"/>
    <p:sldLayoutId id="2147483657" r:id="rId3"/>
    <p:sldLayoutId id="2147483658" r:id="rId4"/>
    <p:sldLayoutId id="2147483659"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image" Target="../media/image6.wmf"/><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hyperlink" Target="https://simpleclub.com/lessons/bueromanagement-prozess-der-auftragsbearbeitung" TargetMode="External"/><Relationship Id="rId2" Type="http://schemas.openxmlformats.org/officeDocument/2006/relationships/hyperlink" Target="https://www.jh-profishop.de/profi-guide/auftragsabwicklung/?srsltid=AfmBOoqKC_osTfEmkGwEeMSAm6I2ofYC_VqPU17LB9zdT8l__v2NmVrk" TargetMode="External"/><Relationship Id="rId3" Type="http://schemas.openxmlformats.org/officeDocument/2006/relationships/hyperlink" Target="https://www.atlassian.com/de/work-management/knowledge-sharing/documentation/process-documentation" TargetMode="External"/><Relationship Id="rId4" Type="http://schemas.openxmlformats.org/officeDocument/2006/relationships/image" Target="../media/image28.png"/><Relationship Id="rId5"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0.png"/><Relationship Id="rId3" Type="http://schemas.openxmlformats.org/officeDocument/2006/relationships/image" Target="../media/image30.png"/><Relationship Id="rId4" Type="http://schemas.openxmlformats.org/officeDocument/2006/relationships/image" Target="../media/image30.png"/><Relationship Id="rId5" Type="http://schemas.openxmlformats.org/officeDocument/2006/relationships/image" Target="../media/image30.png"/><Relationship Id="rId6" Type="http://schemas.openxmlformats.org/officeDocument/2006/relationships/image" Target="../media/image30.png"/><Relationship Id="rId7" Type="http://schemas.openxmlformats.org/officeDocument/2006/relationships/image" Target="../media/image30.png"/><Relationship Id="rId8" Type="http://schemas.openxmlformats.org/officeDocument/2006/relationships/image" Target="../media/image30.png"/><Relationship Id="rId9" Type="http://schemas.openxmlformats.org/officeDocument/2006/relationships/image" Target="../media/image30.png"/><Relationship Id="rId10"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hyperlink" Target="https://help.sap.com/docs/SAP_INTEGRATED_BUSINESS_PLANNING/feae3cea3cc549aaa9d9de7d363a83e6/dedfcdc68f814333acab0763eb35bb01.html" TargetMode="External"/><Relationship Id="rId3" Type="http://schemas.openxmlformats.org/officeDocument/2006/relationships/image" Target="../media/image32.png"/><Relationship Id="rId4"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hyperlink" Target="https://lcamp.eu/activity/an-open-innovation-community/?Serial=LCAMP-240912120212" TargetMode="External"/><Relationship Id="rId2" Type="http://schemas.openxmlformats.org/officeDocument/2006/relationships/image" Target="../media/image33.png"/><Relationship Id="rId3"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hyperlink" Target="https://apps.microsoft.com/detail/9nblggh42ths?hl=de-DE&amp;gl=LI" TargetMode="External"/><Relationship Id="rId3" Type="http://schemas.openxmlformats.org/officeDocument/2006/relationships/hyperlink" Target="https://github.com/LCAMP-DHBW/LCAMP" TargetMode="External"/><Relationship Id="rId4" Type="http://schemas.openxmlformats.org/officeDocument/2006/relationships/hyperlink" Target="https://github.com/LCAMP-DHBW/LCAMP_CONFIGURATOR" TargetMode="External"/><Relationship Id="rId5"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1028880" y="3028320"/>
            <a:ext cx="6393960" cy="571320"/>
          </a:xfrm>
          <a:prstGeom prst="rect">
            <a:avLst/>
          </a:prstGeom>
          <a:noFill/>
          <a:ln w="0">
            <a:noFill/>
          </a:ln>
        </p:spPr>
        <p:txBody>
          <a:bodyPr lIns="91440" rIns="91440" tIns="45720" bIns="45720" anchor="t">
            <a:noAutofit/>
          </a:bodyPr>
          <a:p>
            <a:pPr indent="0" defTabSz="914400">
              <a:lnSpc>
                <a:spcPct val="100000"/>
              </a:lnSpc>
              <a:buNone/>
            </a:pPr>
            <a:r>
              <a:rPr lang="en-GB" sz="2500" b="0" u="none" strike="noStrike">
                <a:solidFill>
                  <a:srgbClr val="222d59"/>
                </a:solidFill>
                <a:effectLst/>
                <a:uFillTx/>
                <a:latin typeface="Arial Black"/>
              </a:rPr>
              <a:t>LCAMP Platform</a:t>
            </a:r>
            <a:br>
              <a:rPr sz="2500"/>
            </a:br>
            <a:r>
              <a:rPr lang="de-DE" sz="4000" b="0" u="none" strike="noStrike">
                <a:solidFill>
                  <a:schemeClr val="dk1"/>
                </a:solidFill>
                <a:effectLst/>
                <a:uFillTx/>
                <a:latin typeface="Calibri"/>
              </a:rPr>
              <a:t>LCAMP Configurator</a:t>
            </a:r>
            <a:br>
              <a:rPr sz="4000"/>
            </a:br>
            <a:r>
              <a:rPr lang="de-DE" sz="1400" b="0" u="none" strike="noStrike">
                <a:solidFill>
                  <a:schemeClr val="dk1"/>
                </a:solidFill>
                <a:effectLst/>
                <a:uFillTx/>
                <a:latin typeface="Calibri"/>
              </a:rPr>
              <a:t>DHBW-Heidenheim Prof. Dr.-Ing. Klaus-Dieter Rupp</a:t>
            </a:r>
            <a:br>
              <a:rPr sz="2500"/>
            </a:br>
            <a:endParaRPr lang="es-ES" sz="1400" b="0" u="none" strike="noStrike">
              <a:solidFill>
                <a:schemeClr val="dk1"/>
              </a:solidFill>
              <a:effectLst/>
              <a:uFillTx/>
              <a:latin typeface="Calibri"/>
            </a:endParaRPr>
          </a:p>
        </p:txBody>
      </p:sp>
      <p:sp>
        <p:nvSpPr>
          <p:cNvPr id="59" name="PlaceHolder 2"/>
          <p:cNvSpPr>
            <a:spLocks noGrp="1"/>
          </p:cNvSpPr>
          <p:nvPr>
            <p:ph type="subTitle"/>
          </p:nvPr>
        </p:nvSpPr>
        <p:spPr>
          <a:xfrm>
            <a:off x="1028880" y="4668840"/>
            <a:ext cx="6008400" cy="1128240"/>
          </a:xfrm>
          <a:prstGeom prst="rect">
            <a:avLst/>
          </a:prstGeom>
          <a:noFill/>
          <a:ln w="0">
            <a:noFill/>
          </a:ln>
        </p:spPr>
        <p:txBody>
          <a:bodyPr lIns="91440" rIns="91440" tIns="45720" bIns="45720" anchor="t">
            <a:noAutofit/>
          </a:bodyPr>
          <a:p>
            <a:pPr indent="0" defTabSz="914400">
              <a:lnSpc>
                <a:spcPct val="100000"/>
              </a:lnSpc>
              <a:buNone/>
              <a:tabLst>
                <a:tab algn="l" pos="0"/>
              </a:tabLst>
            </a:pPr>
            <a:r>
              <a:rPr lang="en-GB" sz="1800" b="0" u="none" strike="noStrike">
                <a:solidFill>
                  <a:srgbClr val="57b9df"/>
                </a:solidFill>
                <a:effectLst/>
                <a:uFillTx/>
                <a:latin typeface="Arial"/>
              </a:rPr>
              <a:t>2024-09-12</a:t>
            </a:r>
            <a:endParaRPr lang="de-DE"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603440" y="16956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Basic Specification of LCAMP Robot</a:t>
            </a:r>
            <a:endParaRPr lang="es-ES" sz="3000" b="0" u="none" strike="noStrike">
              <a:solidFill>
                <a:schemeClr val="dk1"/>
              </a:solidFill>
              <a:effectLst/>
              <a:uFillTx/>
              <a:latin typeface="Arial"/>
            </a:endParaRPr>
          </a:p>
        </p:txBody>
      </p:sp>
      <p:sp>
        <p:nvSpPr>
          <p:cNvPr id="61"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pic>
        <p:nvPicPr>
          <p:cNvPr id="62" name="Picture 4"/>
          <p:cNvPicPr/>
          <p:nvPr/>
        </p:nvPicPr>
        <p:blipFill>
          <a:blip r:embed="rId1"/>
          <a:srcRect l="16070" t="3354" r="14824" b="6098"/>
          <a:stretch/>
        </p:blipFill>
        <p:spPr>
          <a:xfrm>
            <a:off x="5740920" y="1177560"/>
            <a:ext cx="6102720" cy="4675680"/>
          </a:xfrm>
          <a:prstGeom prst="rect">
            <a:avLst/>
          </a:prstGeom>
          <a:noFill/>
          <a:ln w="0">
            <a:noFill/>
          </a:ln>
        </p:spPr>
      </p:pic>
      <p:sp>
        <p:nvSpPr>
          <p:cNvPr id="63" name="TextBox 6"/>
          <p:cNvSpPr/>
          <p:nvPr/>
        </p:nvSpPr>
        <p:spPr>
          <a:xfrm>
            <a:off x="562680" y="913680"/>
            <a:ext cx="4880160" cy="50778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cxnSp>
        <p:nvCxnSpPr>
          <p:cNvPr id="64" name="Straight Arrow Connector 8"/>
          <p:cNvCxnSpPr/>
          <p:nvPr/>
        </p:nvCxnSpPr>
        <p:spPr>
          <a:xfrm>
            <a:off x="8589600" y="2036520"/>
            <a:ext cx="360" cy="2923560"/>
          </a:xfrm>
          <a:prstGeom prst="straightConnector1">
            <a:avLst/>
          </a:prstGeom>
          <a:ln>
            <a:solidFill>
              <a:srgbClr val="4472c4"/>
            </a:solidFill>
            <a:headEnd len="med" type="triangle" w="med"/>
            <a:tailEnd len="med" type="triangle" w="med"/>
          </a:ln>
        </p:spPr>
      </p:cxnSp>
      <p:sp>
        <p:nvSpPr>
          <p:cNvPr id="65" name="TextBox 10"/>
          <p:cNvSpPr/>
          <p:nvPr/>
        </p:nvSpPr>
        <p:spPr>
          <a:xfrm>
            <a:off x="8589960" y="3221280"/>
            <a:ext cx="387720" cy="27648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cxnSp>
        <p:nvCxnSpPr>
          <p:cNvPr id="66" name="Straight Arrow Connector 11"/>
          <p:cNvCxnSpPr/>
          <p:nvPr/>
        </p:nvCxnSpPr>
        <p:spPr>
          <a:xfrm>
            <a:off x="5998680" y="1967040"/>
            <a:ext cx="360" cy="2923920"/>
          </a:xfrm>
          <a:prstGeom prst="straightConnector1">
            <a:avLst/>
          </a:prstGeom>
          <a:ln>
            <a:solidFill>
              <a:srgbClr val="4472c4"/>
            </a:solidFill>
            <a:headEnd len="med" type="triangle" w="med"/>
            <a:tailEnd len="med" type="triangle" w="med"/>
          </a:ln>
        </p:spPr>
      </p:cxnSp>
      <p:sp>
        <p:nvSpPr>
          <p:cNvPr id="67" name="TextBox 12"/>
          <p:cNvSpPr/>
          <p:nvPr/>
        </p:nvSpPr>
        <p:spPr>
          <a:xfrm>
            <a:off x="5529600" y="3238560"/>
            <a:ext cx="387720" cy="27648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cxnSp>
        <p:nvCxnSpPr>
          <p:cNvPr id="68" name="Straight Arrow Connector 13"/>
          <p:cNvCxnSpPr/>
          <p:nvPr/>
        </p:nvCxnSpPr>
        <p:spPr>
          <a:xfrm>
            <a:off x="9432000" y="2541960"/>
            <a:ext cx="16920" cy="1884600"/>
          </a:xfrm>
          <a:prstGeom prst="straightConnector1">
            <a:avLst/>
          </a:prstGeom>
          <a:ln>
            <a:solidFill>
              <a:srgbClr val="4472c4"/>
            </a:solidFill>
            <a:headEnd len="med" type="triangle" w="med"/>
            <a:tailEnd len="med" type="triangle" w="med"/>
          </a:ln>
        </p:spPr>
      </p:cxnSp>
      <p:sp>
        <p:nvSpPr>
          <p:cNvPr id="69" name="TextBox 15"/>
          <p:cNvSpPr/>
          <p:nvPr/>
        </p:nvSpPr>
        <p:spPr>
          <a:xfrm>
            <a:off x="9432360" y="3290400"/>
            <a:ext cx="528840" cy="27648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cxnSp>
        <p:nvCxnSpPr>
          <p:cNvPr id="70" name="Straight Arrow Connector 18"/>
          <p:cNvCxnSpPr/>
          <p:nvPr/>
        </p:nvCxnSpPr>
        <p:spPr>
          <a:xfrm>
            <a:off x="6831720" y="4800600"/>
            <a:ext cx="680400" cy="360"/>
          </a:xfrm>
          <a:prstGeom prst="straightConnector1">
            <a:avLst/>
          </a:prstGeom>
          <a:ln>
            <a:solidFill>
              <a:srgbClr val="4472c4"/>
            </a:solidFill>
            <a:headEnd len="med" type="triangle" w="med"/>
            <a:tailEnd len="med" type="triangle" w="med"/>
          </a:ln>
        </p:spPr>
      </p:cxnSp>
      <p:cxnSp>
        <p:nvCxnSpPr>
          <p:cNvPr id="71" name="Straight Arrow Connector 19"/>
          <p:cNvCxnSpPr/>
          <p:nvPr/>
        </p:nvCxnSpPr>
        <p:spPr>
          <a:xfrm>
            <a:off x="8248680" y="1871640"/>
            <a:ext cx="1326960" cy="18720"/>
          </a:xfrm>
          <a:prstGeom prst="straightConnector1">
            <a:avLst/>
          </a:prstGeom>
          <a:ln>
            <a:solidFill>
              <a:srgbClr val="4472c4"/>
            </a:solidFill>
            <a:headEnd len="med" type="triangle" w="med"/>
            <a:tailEnd len="med" type="triangle" w="med"/>
          </a:ln>
        </p:spPr>
      </p:cxnSp>
      <p:sp>
        <p:nvSpPr>
          <p:cNvPr id="72" name="TextBox 20"/>
          <p:cNvSpPr/>
          <p:nvPr/>
        </p:nvSpPr>
        <p:spPr>
          <a:xfrm>
            <a:off x="8552160" y="1594800"/>
            <a:ext cx="528840" cy="27648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sp>
        <p:nvSpPr>
          <p:cNvPr id="73" name="TextBox 21"/>
          <p:cNvSpPr/>
          <p:nvPr/>
        </p:nvSpPr>
        <p:spPr>
          <a:xfrm>
            <a:off x="6936120" y="4793760"/>
            <a:ext cx="528840" cy="27648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cxnSp>
        <p:nvCxnSpPr>
          <p:cNvPr id="74" name="Straight Connector 24"/>
          <p:cNvCxnSpPr/>
          <p:nvPr/>
        </p:nvCxnSpPr>
        <p:spPr>
          <a:xfrm>
            <a:off x="7518960" y="1616400"/>
            <a:ext cx="360" cy="3625200"/>
          </a:xfrm>
          <a:prstGeom prst="straightConnector1">
            <a:avLst/>
          </a:prstGeom>
          <a:ln>
            <a:solidFill>
              <a:srgbClr val="4472c4"/>
            </a:solidFill>
            <a:prstDash val="dashDot"/>
          </a:ln>
        </p:spPr>
      </p:cxnSp>
      <p:cxnSp>
        <p:nvCxnSpPr>
          <p:cNvPr id="75" name="Straight Connector 26"/>
          <p:cNvCxnSpPr/>
          <p:nvPr/>
        </p:nvCxnSpPr>
        <p:spPr>
          <a:xfrm>
            <a:off x="10275840" y="1564200"/>
            <a:ext cx="360" cy="3625560"/>
          </a:xfrm>
          <a:prstGeom prst="straightConnector1">
            <a:avLst/>
          </a:prstGeom>
          <a:ln>
            <a:solidFill>
              <a:srgbClr val="4472c4"/>
            </a:solidFill>
            <a:prstDash val="dashDot"/>
          </a:ln>
        </p:spPr>
      </p:cxnSp>
      <p:cxnSp>
        <p:nvCxnSpPr>
          <p:cNvPr id="76" name="Straight Connector 27"/>
          <p:cNvCxnSpPr/>
          <p:nvPr/>
        </p:nvCxnSpPr>
        <p:spPr>
          <a:xfrm flipV="1">
            <a:off x="5596920" y="3484080"/>
            <a:ext cx="6518880" cy="7560"/>
          </a:xfrm>
          <a:prstGeom prst="straightConnector1">
            <a:avLst/>
          </a:prstGeom>
          <a:ln>
            <a:solidFill>
              <a:srgbClr val="4472c4"/>
            </a:solidFill>
            <a:prstDash val="dashDot"/>
          </a:ln>
        </p:spPr>
      </p:cxnSp>
      <p:cxnSp>
        <p:nvCxnSpPr>
          <p:cNvPr id="77" name="Straight Arrow Connector 31"/>
          <p:cNvCxnSpPr/>
          <p:nvPr/>
        </p:nvCxnSpPr>
        <p:spPr>
          <a:xfrm flipH="1" flipV="1">
            <a:off x="6414480" y="2840040"/>
            <a:ext cx="1905480" cy="658440"/>
          </a:xfrm>
          <a:prstGeom prst="straightConnector1">
            <a:avLst/>
          </a:prstGeom>
          <a:ln>
            <a:solidFill>
              <a:srgbClr val="4472c4"/>
            </a:solidFill>
            <a:tailEnd len="med" type="triangle" w="med"/>
          </a:ln>
        </p:spPr>
      </p:cxnSp>
      <p:sp>
        <p:nvSpPr>
          <p:cNvPr id="78" name="TextBox 32"/>
          <p:cNvSpPr/>
          <p:nvPr/>
        </p:nvSpPr>
        <p:spPr>
          <a:xfrm>
            <a:off x="7854120" y="3099960"/>
            <a:ext cx="387720" cy="27648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sp>
        <p:nvSpPr>
          <p:cNvPr id="79" name="TextBox 33"/>
          <p:cNvSpPr/>
          <p:nvPr/>
        </p:nvSpPr>
        <p:spPr>
          <a:xfrm>
            <a:off x="7827120" y="3550320"/>
            <a:ext cx="608400" cy="261360"/>
          </a:xfrm>
          <a:prstGeom prst="rect">
            <a:avLst/>
          </a:prstGeom>
          <a:blipFill rotWithShape="0">
            <a:blip r:embed="rId9"/>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sp>
        <p:nvSpPr>
          <p:cNvPr id="80" name="Oval 34"/>
          <p:cNvSpPr/>
          <p:nvPr/>
        </p:nvSpPr>
        <p:spPr>
          <a:xfrm>
            <a:off x="8249040" y="3463560"/>
            <a:ext cx="104040" cy="65520"/>
          </a:xfrm>
          <a:prstGeom prst="ellipse">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1800" bIns="1800" anchor="ctr">
            <a:noAutofit/>
          </a:bodyPr>
          <a:p>
            <a:pPr algn="ctr" defTabSz="914400">
              <a:lnSpc>
                <a:spcPct val="100000"/>
              </a:lnSpc>
            </a:pPr>
            <a:endParaRPr lang="de-DE" sz="1800" b="0" u="none" strike="noStrike">
              <a:solidFill>
                <a:schemeClr val="lt1"/>
              </a:solidFill>
              <a:effectLst/>
              <a:uFillTx/>
              <a:latin typeface="Arial"/>
            </a:endParaRPr>
          </a:p>
        </p:txBody>
      </p:sp>
      <p:cxnSp>
        <p:nvCxnSpPr>
          <p:cNvPr id="81" name="Straight Arrow Connector 35"/>
          <p:cNvCxnSpPr/>
          <p:nvPr/>
        </p:nvCxnSpPr>
        <p:spPr>
          <a:xfrm>
            <a:off x="9057240" y="2055240"/>
            <a:ext cx="360" cy="327960"/>
          </a:xfrm>
          <a:prstGeom prst="straightConnector1">
            <a:avLst/>
          </a:prstGeom>
          <a:ln>
            <a:solidFill>
              <a:srgbClr val="4472c4"/>
            </a:solidFill>
            <a:headEnd len="med" type="triangle" w="med"/>
            <a:tailEnd len="med" type="triangle" w="med"/>
          </a:ln>
        </p:spPr>
      </p:cxnSp>
      <p:sp>
        <p:nvSpPr>
          <p:cNvPr id="82" name="TextBox 38"/>
          <p:cNvSpPr/>
          <p:nvPr/>
        </p:nvSpPr>
        <p:spPr>
          <a:xfrm>
            <a:off x="9011880" y="2080800"/>
            <a:ext cx="528840" cy="276480"/>
          </a:xfrm>
          <a:prstGeom prst="rect">
            <a:avLst/>
          </a:prstGeom>
          <a:blipFill rotWithShape="0">
            <a:blip r:embed="rId10"/>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cxnSp>
        <p:nvCxnSpPr>
          <p:cNvPr id="83" name="Straight Arrow Connector 39"/>
          <p:cNvCxnSpPr/>
          <p:nvPr/>
        </p:nvCxnSpPr>
        <p:spPr>
          <a:xfrm>
            <a:off x="6838560" y="5373000"/>
            <a:ext cx="4113720" cy="360"/>
          </a:xfrm>
          <a:prstGeom prst="straightConnector1">
            <a:avLst/>
          </a:prstGeom>
          <a:ln>
            <a:solidFill>
              <a:srgbClr val="4472c4"/>
            </a:solidFill>
            <a:headEnd len="med" type="triangle" w="med"/>
            <a:tailEnd len="med" type="triangle" w="med"/>
          </a:ln>
        </p:spPr>
      </p:cxnSp>
      <p:sp>
        <p:nvSpPr>
          <p:cNvPr id="84" name="TextBox 41"/>
          <p:cNvSpPr/>
          <p:nvPr/>
        </p:nvSpPr>
        <p:spPr>
          <a:xfrm>
            <a:off x="8428680" y="5325120"/>
            <a:ext cx="387720" cy="276480"/>
          </a:xfrm>
          <a:prstGeom prst="rect">
            <a:avLst/>
          </a:prstGeom>
          <a:blipFill rotWithShape="0">
            <a:blip r:embed="rId1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cxnSp>
        <p:nvCxnSpPr>
          <p:cNvPr id="85" name="Straight Arrow Connector 43"/>
          <p:cNvCxnSpPr/>
          <p:nvPr/>
        </p:nvCxnSpPr>
        <p:spPr>
          <a:xfrm>
            <a:off x="7518960" y="1576080"/>
            <a:ext cx="2740680" cy="16560"/>
          </a:xfrm>
          <a:prstGeom prst="straightConnector1">
            <a:avLst/>
          </a:prstGeom>
          <a:ln>
            <a:solidFill>
              <a:srgbClr val="4472c4"/>
            </a:solidFill>
            <a:headEnd len="med" type="triangle" w="med"/>
            <a:tailEnd len="med" type="triangle" w="med"/>
          </a:ln>
        </p:spPr>
      </p:cxnSp>
      <p:sp>
        <p:nvSpPr>
          <p:cNvPr id="86" name="TextBox 46"/>
          <p:cNvSpPr/>
          <p:nvPr/>
        </p:nvSpPr>
        <p:spPr>
          <a:xfrm>
            <a:off x="9396000" y="1361160"/>
            <a:ext cx="528840" cy="276480"/>
          </a:xfrm>
          <a:prstGeom prst="rect">
            <a:avLst/>
          </a:prstGeom>
          <a:blipFill rotWithShape="0">
            <a:blip r:embed="rId1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lang="de-DE" sz="1800" b="0" u="none" strike="noStrike">
                <a:solidFill>
                  <a:srgbClr val="ffffff">
                    <a:alpha val="1000"/>
                  </a:srgbClr>
                </a:solidFill>
                <a:effectLst/>
                <a:uFillTx/>
                <a:latin typeface="Arial"/>
              </a:rPr>
              <a:t> </a:t>
            </a:r>
            <a:endParaRPr lang="de-DE"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Issues</a:t>
            </a:r>
            <a:endParaRPr lang="es-ES" sz="3000" b="0" u="none" strike="noStrike">
              <a:solidFill>
                <a:schemeClr val="dk1"/>
              </a:solidFill>
              <a:effectLst/>
              <a:uFillTx/>
              <a:latin typeface="Arial"/>
            </a:endParaRPr>
          </a:p>
        </p:txBody>
      </p:sp>
      <p:sp>
        <p:nvSpPr>
          <p:cNvPr id="88"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sp>
        <p:nvSpPr>
          <p:cNvPr id="89" name="TextBox 3"/>
          <p:cNvSpPr/>
          <p:nvPr/>
        </p:nvSpPr>
        <p:spPr>
          <a:xfrm>
            <a:off x="783000" y="1128600"/>
            <a:ext cx="5508000" cy="5816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200" b="1" u="none" strike="noStrike">
                <a:solidFill>
                  <a:srgbClr val="212121"/>
                </a:solidFill>
                <a:effectLst/>
                <a:uFillTx/>
                <a:latin typeface="Menlo"/>
              </a:rPr>
              <a:t>Sensorbox</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Maximum Wheelsize 4inch  about 100mm</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Sid sensorboxe move  alite out to outer Size 210 mm</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Widht of Front Sensorbox 210mm wir 2mm Radius at the edge</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Heigth of Sensorbox rised to 64mm</a:t>
            </a:r>
            <a:endParaRPr lang="de-DE" sz="1200" b="0" u="none" strike="noStrike">
              <a:solidFill>
                <a:srgbClr val="000000"/>
              </a:solidFill>
              <a:effectLst/>
              <a:uFillTx/>
              <a:latin typeface="Arial"/>
            </a:endParaRPr>
          </a:p>
          <a:p>
            <a:pPr defTabSz="914400">
              <a:lnSpc>
                <a:spcPct val="100000"/>
              </a:lnSpc>
            </a:pPr>
            <a:br>
              <a:rPr sz="1200"/>
            </a:br>
            <a:r>
              <a:rPr lang="de-DE" sz="1200" b="1" u="none" strike="noStrike">
                <a:solidFill>
                  <a:srgbClr val="212121"/>
                </a:solidFill>
                <a:effectLst/>
                <a:uFillTx/>
                <a:latin typeface="Menlo"/>
              </a:rPr>
              <a:t>Chassis</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Raster for holes centered with 20mm</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The Chassis will be 140mm x 300m </a:t>
            </a:r>
            <a:r>
              <a:rPr lang="de-DE" sz="1200" b="0" u="none" strike="noStrike">
                <a:solidFill>
                  <a:srgbClr val="212121"/>
                </a:solidFill>
                <a:effectLst/>
                <a:uFillTx/>
                <a:latin typeface="Wingdings"/>
              </a:rPr>
              <a:t></a:t>
            </a:r>
            <a:r>
              <a:rPr lang="de-DE" sz="1200" b="0" u="none" strike="noStrike">
                <a:solidFill>
                  <a:srgbClr val="212121"/>
                </a:solidFill>
                <a:effectLst/>
                <a:uFillTx/>
                <a:latin typeface="Menlo"/>
              </a:rPr>
              <a:t>  140mm+m*40mm x </a:t>
            </a:r>
            <a:r>
              <a:rPr lang="de-DE" sz="1200" b="0" u="none" strike="noStrike">
                <a:solidFill>
                  <a:srgbClr val="212121"/>
                </a:solidFill>
                <a:effectLst/>
                <a:uFillTx/>
                <a:latin typeface="Wingdings"/>
              </a:rPr>
              <a:t></a:t>
            </a:r>
            <a:r>
              <a:rPr lang="de-DE" sz="1200" b="0" u="none" strike="noStrike">
                <a:solidFill>
                  <a:srgbClr val="212121"/>
                </a:solidFill>
                <a:effectLst/>
                <a:uFillTx/>
                <a:latin typeface="Menlo"/>
              </a:rPr>
              <a:t>  300mm+n*40mm</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(for symetric centered approach)</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With the center of wheelhubs 38 mm blow the top </a:t>
            </a:r>
            <a:br>
              <a:rPr sz="1200"/>
            </a:br>
            <a:r>
              <a:rPr lang="de-DE" sz="1200" b="0" u="none" strike="noStrike">
                <a:solidFill>
                  <a:srgbClr val="212121"/>
                </a:solidFill>
                <a:effectLst/>
                <a:uFillTx/>
                <a:latin typeface="Menlo"/>
              </a:rPr>
              <a:t>ground clearance will be 20mm -24mm</a:t>
            </a: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r>
              <a:rPr lang="de-DE" sz="1200" b="1" u="none" strike="noStrike">
                <a:solidFill>
                  <a:srgbClr val="212121"/>
                </a:solidFill>
                <a:effectLst/>
                <a:uFillTx/>
                <a:latin typeface="Menlo"/>
              </a:rPr>
              <a:t>Drive Systems</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Higher stability for Drive Holder </a:t>
            </a:r>
            <a:r>
              <a:rPr lang="de-DE" sz="1200" b="0" u="none" strike="noStrike">
                <a:solidFill>
                  <a:srgbClr val="212121"/>
                </a:solidFill>
                <a:effectLst/>
                <a:uFillTx/>
                <a:latin typeface="Wingdings"/>
              </a:rPr>
              <a:t></a:t>
            </a:r>
            <a:r>
              <a:rPr lang="de-DE" sz="1200" b="0" u="none" strike="noStrike">
                <a:solidFill>
                  <a:srgbClr val="212121"/>
                </a:solidFill>
                <a:effectLst/>
                <a:uFillTx/>
                <a:latin typeface="Menlo"/>
              </a:rPr>
              <a:t> canadian solution</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Drive Systems could be preassembled The Power-PCB could be placed on the Driveholder. ( screwing from the top)</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The same hole for Driveholder of DC-motor and Stepper-motor</a:t>
            </a: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r>
              <a:rPr lang="de-DE" sz="1200" b="1" u="none" strike="noStrike">
                <a:solidFill>
                  <a:srgbClr val="212121"/>
                </a:solidFill>
                <a:effectLst/>
                <a:uFillTx/>
                <a:latin typeface="Menlo"/>
              </a:rPr>
              <a:t>Wheels</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Maximum wheelsize 4inch  about 100mm  </a:t>
            </a:r>
            <a:r>
              <a:rPr lang="de-DE" sz="1200" b="0" u="none" strike="noStrike">
                <a:solidFill>
                  <a:srgbClr val="212121"/>
                </a:solidFill>
                <a:effectLst/>
                <a:uFillTx/>
                <a:latin typeface="Wingdings"/>
              </a:rPr>
              <a:t></a:t>
            </a:r>
            <a:r>
              <a:rPr lang="de-DE" sz="1200" b="0" u="none" strike="noStrike">
                <a:solidFill>
                  <a:srgbClr val="212121"/>
                </a:solidFill>
                <a:effectLst/>
                <a:uFillTx/>
                <a:latin typeface="Menlo"/>
              </a:rPr>
              <a:t> desinged wheelsize 96mm</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All wheels should have the same size</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The wheelbase should be 200mm</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The center of the wheel hub shoud be 40mm below the top cover</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The baseframe is the top of the robot</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We have in case of Stepper motors 5mm axis diameter</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We have in case of DC-Motors and passive holders 6mm axis diameter</a:t>
            </a: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181818"/>
                </a:solidFill>
                <a:effectLst/>
                <a:uFillTx/>
                <a:latin typeface="Arial"/>
              </a:rPr>
              <a:t>	</a:t>
            </a:r>
            <a:endParaRPr lang="de-DE" sz="1200" b="0" u="none" strike="noStrike">
              <a:solidFill>
                <a:srgbClr val="000000"/>
              </a:solidFill>
              <a:effectLst/>
              <a:uFillTx/>
              <a:latin typeface="Arial"/>
            </a:endParaRPr>
          </a:p>
        </p:txBody>
      </p:sp>
      <p:sp>
        <p:nvSpPr>
          <p:cNvPr id="90" name="TextBox 4"/>
          <p:cNvSpPr/>
          <p:nvPr/>
        </p:nvSpPr>
        <p:spPr>
          <a:xfrm>
            <a:off x="6870960" y="1205280"/>
            <a:ext cx="5312880" cy="2492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200" b="1" u="none" strike="noStrike">
                <a:solidFill>
                  <a:srgbClr val="212121"/>
                </a:solidFill>
                <a:effectLst/>
                <a:uFillTx/>
                <a:latin typeface="Menlo"/>
              </a:rPr>
              <a:t>Battery</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Big battery with 5200mAh</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Small battery with 3300mAh</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Different battery connecter and charging connector including mainswitch and Power LED.  Charging without dissasabling the Robot. </a:t>
            </a:r>
            <a:endParaRPr lang="de-DE" sz="1200" b="0" u="none" strike="noStrike">
              <a:solidFill>
                <a:srgbClr val="000000"/>
              </a:solidFill>
              <a:effectLst/>
              <a:uFillTx/>
              <a:latin typeface="Arial"/>
            </a:endParaRPr>
          </a:p>
          <a:p>
            <a:pPr defTabSz="914400">
              <a:lnSpc>
                <a:spcPct val="100000"/>
              </a:lnSpc>
            </a:pPr>
            <a:br>
              <a:rPr sz="1200"/>
            </a:br>
            <a:r>
              <a:rPr lang="de-DE" sz="1200" b="1" u="none" strike="noStrike">
                <a:solidFill>
                  <a:srgbClr val="212121"/>
                </a:solidFill>
                <a:effectLst/>
                <a:uFillTx/>
                <a:latin typeface="Menlo"/>
              </a:rPr>
              <a:t>Controller</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V1 with existing Controller for Arduino Uno-R4  and Mega</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V2 Holder for Uno R4 and Mega with 90° offset</a:t>
            </a: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181818"/>
                </a:solidFill>
                <a:effectLst/>
                <a:uFillTx/>
                <a:latin typeface="Arial"/>
              </a:rPr>
              <a:t>	</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Extensions</a:t>
            </a:r>
            <a:br>
              <a:rPr sz="3000"/>
            </a:br>
            <a:endParaRPr lang="es-ES" sz="3000" b="0" u="none" strike="noStrike">
              <a:solidFill>
                <a:schemeClr val="dk1"/>
              </a:solidFill>
              <a:effectLst/>
              <a:uFillTx/>
              <a:latin typeface="Arial"/>
            </a:endParaRPr>
          </a:p>
        </p:txBody>
      </p:sp>
      <p:sp>
        <p:nvSpPr>
          <p:cNvPr id="92"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pic>
        <p:nvPicPr>
          <p:cNvPr id="93" name="Picture 3"/>
          <p:cNvPicPr/>
          <p:nvPr/>
        </p:nvPicPr>
        <p:blipFill>
          <a:blip r:embed="rId1"/>
          <a:stretch/>
        </p:blipFill>
        <p:spPr>
          <a:xfrm>
            <a:off x="7245000" y="2993040"/>
            <a:ext cx="3516480" cy="2694240"/>
          </a:xfrm>
          <a:prstGeom prst="rect">
            <a:avLst/>
          </a:prstGeom>
          <a:noFill/>
          <a:ln w="0">
            <a:noFill/>
          </a:ln>
        </p:spPr>
      </p:pic>
      <p:sp>
        <p:nvSpPr>
          <p:cNvPr id="94" name="Rectangle: Rounded Corners 4"/>
          <p:cNvSpPr/>
          <p:nvPr/>
        </p:nvSpPr>
        <p:spPr>
          <a:xfrm>
            <a:off x="8717400" y="4340520"/>
            <a:ext cx="438480" cy="62208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
        <p:nvSpPr>
          <p:cNvPr id="95" name="Rectangle: Rounded Corners 5"/>
          <p:cNvSpPr/>
          <p:nvPr/>
        </p:nvSpPr>
        <p:spPr>
          <a:xfrm>
            <a:off x="9321840" y="3912840"/>
            <a:ext cx="205560" cy="85464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
        <p:nvSpPr>
          <p:cNvPr id="96" name="Rectangle 6"/>
          <p:cNvSpPr/>
          <p:nvPr/>
        </p:nvSpPr>
        <p:spPr>
          <a:xfrm>
            <a:off x="8680680" y="4969080"/>
            <a:ext cx="737280" cy="187920"/>
          </a:xfrm>
          <a:prstGeom prst="rect">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
        <p:nvSpPr>
          <p:cNvPr id="97" name="TextBox 7"/>
          <p:cNvSpPr/>
          <p:nvPr/>
        </p:nvSpPr>
        <p:spPr>
          <a:xfrm>
            <a:off x="9481680" y="4219560"/>
            <a:ext cx="929880" cy="2458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000" b="0" u="none" strike="noStrike">
                <a:solidFill>
                  <a:schemeClr val="dk1"/>
                </a:solidFill>
                <a:effectLst/>
                <a:uFillTx/>
                <a:latin typeface="Arial"/>
              </a:rPr>
              <a:t>Small battery</a:t>
            </a:r>
            <a:endParaRPr lang="de-DE" sz="1000" b="0" u="none" strike="noStrike">
              <a:solidFill>
                <a:srgbClr val="000000"/>
              </a:solidFill>
              <a:effectLst/>
              <a:uFillTx/>
              <a:latin typeface="Arial"/>
            </a:endParaRPr>
          </a:p>
        </p:txBody>
      </p:sp>
      <p:sp>
        <p:nvSpPr>
          <p:cNvPr id="98" name="TextBox 8"/>
          <p:cNvSpPr/>
          <p:nvPr/>
        </p:nvSpPr>
        <p:spPr>
          <a:xfrm>
            <a:off x="9010800" y="5250240"/>
            <a:ext cx="2039040" cy="2458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000" b="0" u="none" strike="noStrike">
                <a:solidFill>
                  <a:schemeClr val="dk1"/>
                </a:solidFill>
                <a:effectLst/>
                <a:uFillTx/>
                <a:latin typeface="Arial"/>
              </a:rPr>
              <a:t>Arduino integrated in Sensorbox</a:t>
            </a:r>
            <a:endParaRPr lang="de-DE" sz="1000" b="0" u="none" strike="noStrike">
              <a:solidFill>
                <a:srgbClr val="000000"/>
              </a:solidFill>
              <a:effectLst/>
              <a:uFillTx/>
              <a:latin typeface="Arial"/>
            </a:endParaRPr>
          </a:p>
        </p:txBody>
      </p:sp>
      <p:sp>
        <p:nvSpPr>
          <p:cNvPr id="99" name="TextBox 9"/>
          <p:cNvSpPr/>
          <p:nvPr/>
        </p:nvSpPr>
        <p:spPr>
          <a:xfrm>
            <a:off x="6870960" y="1205280"/>
            <a:ext cx="5312880" cy="119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200" b="1" u="none" strike="noStrike">
                <a:solidFill>
                  <a:srgbClr val="212121"/>
                </a:solidFill>
                <a:effectLst/>
                <a:uFillTx/>
                <a:latin typeface="Menlo"/>
              </a:rPr>
              <a:t>Controller with Battery</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V2 Holder for Uno R4 and Mega with 90° offset including battery holder</a:t>
            </a: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181818"/>
                </a:solidFill>
                <a:effectLst/>
                <a:uFillTx/>
                <a:latin typeface="Arial"/>
              </a:rPr>
              <a:t>	</a:t>
            </a:r>
            <a:endParaRPr lang="de-DE" sz="1200" b="0" u="none" strike="noStrike">
              <a:solidFill>
                <a:srgbClr val="000000"/>
              </a:solidFill>
              <a:effectLst/>
              <a:uFillTx/>
              <a:latin typeface="Arial"/>
            </a:endParaRPr>
          </a:p>
        </p:txBody>
      </p:sp>
      <p:sp>
        <p:nvSpPr>
          <p:cNvPr id="100" name="TextBox 10"/>
          <p:cNvSpPr/>
          <p:nvPr/>
        </p:nvSpPr>
        <p:spPr>
          <a:xfrm>
            <a:off x="500400" y="1284480"/>
            <a:ext cx="5312880" cy="2123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200" b="1" u="none" strike="noStrike">
                <a:solidFill>
                  <a:srgbClr val="212121"/>
                </a:solidFill>
                <a:effectLst/>
                <a:uFillTx/>
                <a:latin typeface="Menlo"/>
              </a:rPr>
              <a:t>Sensorboxes</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Instead of using a I²C splitter, use a esp32, (Rapi Zero, Adruino nano) as a decentrelized Sensorbox controler.</a:t>
            </a: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Common Protocoll to main Controller </a:t>
            </a: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212121"/>
                </a:solidFill>
                <a:effectLst/>
                <a:uFillTx/>
                <a:latin typeface="Menlo"/>
              </a:rPr>
              <a:t>Pre comissioning of the Sensorbox</a:t>
            </a: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endParaRPr lang="de-DE" sz="1200" b="0" u="none" strike="noStrike">
              <a:solidFill>
                <a:srgbClr val="000000"/>
              </a:solidFill>
              <a:effectLst/>
              <a:uFillTx/>
              <a:latin typeface="Arial"/>
            </a:endParaRPr>
          </a:p>
          <a:p>
            <a:pPr defTabSz="914400">
              <a:lnSpc>
                <a:spcPct val="100000"/>
              </a:lnSpc>
            </a:pPr>
            <a:r>
              <a:rPr lang="de-DE" sz="1200" b="0" u="none" strike="noStrike">
                <a:solidFill>
                  <a:srgbClr val="181818"/>
                </a:solidFill>
                <a:effectLst/>
                <a:uFillTx/>
                <a:latin typeface="Arial"/>
              </a:rPr>
              <a:t>	</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Rectangle: Rounded Corners 36"/>
          <p:cNvSpPr/>
          <p:nvPr/>
        </p:nvSpPr>
        <p:spPr>
          <a:xfrm>
            <a:off x="80280" y="1523160"/>
            <a:ext cx="4658760" cy="3123000"/>
          </a:xfrm>
          <a:prstGeom prst="roundRect">
            <a:avLst>
              <a:gd name="adj" fmla="val 16667"/>
            </a:avLst>
          </a:prstGeom>
          <a:solidFill>
            <a:schemeClr val="accent1">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
        <p:nvSpPr>
          <p:cNvPr id="102" name="Rectangle: Rounded Corners 31"/>
          <p:cNvSpPr/>
          <p:nvPr/>
        </p:nvSpPr>
        <p:spPr>
          <a:xfrm>
            <a:off x="5486400" y="3033000"/>
            <a:ext cx="2545560" cy="2036520"/>
          </a:xfrm>
          <a:prstGeom prst="roundRect">
            <a:avLst>
              <a:gd name="adj" fmla="val 16667"/>
            </a:avLst>
          </a:prstGeom>
          <a:solidFill>
            <a:schemeClr val="accent1">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
        <p:nvSpPr>
          <p:cNvPr id="103"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Open Configuration Workspace</a:t>
            </a:r>
            <a:endParaRPr lang="es-ES" sz="3000" b="0" u="none" strike="noStrike">
              <a:solidFill>
                <a:schemeClr val="dk1"/>
              </a:solidFill>
              <a:effectLst/>
              <a:uFillTx/>
              <a:latin typeface="Arial"/>
            </a:endParaRPr>
          </a:p>
        </p:txBody>
      </p:sp>
      <p:sp>
        <p:nvSpPr>
          <p:cNvPr id="104"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sp>
        <p:nvSpPr>
          <p:cNvPr id="105" name="Rechteck: abgerundete Ecken 4"/>
          <p:cNvSpPr/>
          <p:nvPr/>
        </p:nvSpPr>
        <p:spPr>
          <a:xfrm>
            <a:off x="3152160" y="1632240"/>
            <a:ext cx="1141200" cy="1303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Omni Drive</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06" name="Rechteck: abgerundete Ecken 4"/>
          <p:cNvSpPr/>
          <p:nvPr/>
        </p:nvSpPr>
        <p:spPr>
          <a:xfrm>
            <a:off x="687600" y="1629000"/>
            <a:ext cx="1141200" cy="1303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Differential Drive</a:t>
            </a:r>
            <a:endParaRPr lang="de-DE" sz="1200" b="0" u="none" strike="noStrike">
              <a:solidFill>
                <a:srgbClr val="000000"/>
              </a:solidFill>
              <a:effectLst/>
              <a:uFillTx/>
              <a:latin typeface="Arial"/>
            </a:endParaRPr>
          </a:p>
        </p:txBody>
      </p:sp>
      <p:sp>
        <p:nvSpPr>
          <p:cNvPr id="107" name="Rechteck: abgerundete Ecken 4"/>
          <p:cNvSpPr/>
          <p:nvPr/>
        </p:nvSpPr>
        <p:spPr>
          <a:xfrm>
            <a:off x="3771000" y="306684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Stepper</a:t>
            </a:r>
            <a:br>
              <a:rPr sz="1200"/>
            </a:br>
            <a:r>
              <a:rPr lang="de-DE" sz="1200" b="0" u="none" strike="noStrike">
                <a:solidFill>
                  <a:schemeClr val="dk1"/>
                </a:solidFill>
                <a:effectLst/>
                <a:uFillTx/>
                <a:latin typeface="Arial"/>
              </a:rPr>
              <a:t>motor</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08" name="Rechteck: abgerundete Ecken 4"/>
          <p:cNvSpPr/>
          <p:nvPr/>
        </p:nvSpPr>
        <p:spPr>
          <a:xfrm>
            <a:off x="964800" y="3033000"/>
            <a:ext cx="7934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Stepper</a:t>
            </a:r>
            <a:br>
              <a:rPr sz="1200"/>
            </a:br>
            <a:r>
              <a:rPr lang="de-DE" sz="1200" b="0" u="none" strike="noStrike">
                <a:solidFill>
                  <a:schemeClr val="dk1"/>
                </a:solidFill>
                <a:effectLst/>
                <a:uFillTx/>
                <a:latin typeface="Arial"/>
              </a:rPr>
              <a:t>motor</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09" name="Rechteck: abgerundete Ecken 4"/>
          <p:cNvSpPr/>
          <p:nvPr/>
        </p:nvSpPr>
        <p:spPr>
          <a:xfrm>
            <a:off x="2794680" y="306684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Stepper</a:t>
            </a:r>
            <a:br>
              <a:rPr sz="1200"/>
            </a:br>
            <a:r>
              <a:rPr lang="de-DE" sz="1200" b="0" u="none" strike="noStrike">
                <a:solidFill>
                  <a:schemeClr val="dk1"/>
                </a:solidFill>
                <a:effectLst/>
                <a:uFillTx/>
                <a:latin typeface="Arial"/>
              </a:rPr>
              <a:t>motor</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10" name="Rechteck: abgerundete Ecken 4"/>
          <p:cNvSpPr/>
          <p:nvPr/>
        </p:nvSpPr>
        <p:spPr>
          <a:xfrm>
            <a:off x="195840" y="3033000"/>
            <a:ext cx="72252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DC</a:t>
            </a:r>
            <a:br>
              <a:rPr sz="1200"/>
            </a:br>
            <a:r>
              <a:rPr lang="de-DE" sz="1200" b="0" u="none" strike="noStrike">
                <a:solidFill>
                  <a:schemeClr val="dk1"/>
                </a:solidFill>
                <a:effectLst/>
                <a:uFillTx/>
                <a:latin typeface="Arial"/>
              </a:rPr>
              <a:t>motor</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11" name="Rechteck: abgerundete Ecken 4"/>
          <p:cNvSpPr/>
          <p:nvPr/>
        </p:nvSpPr>
        <p:spPr>
          <a:xfrm>
            <a:off x="5380560" y="167364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Big Battery</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12" name="Rechteck: abgerundete Ecken 4"/>
          <p:cNvSpPr/>
          <p:nvPr/>
        </p:nvSpPr>
        <p:spPr>
          <a:xfrm>
            <a:off x="5617080" y="210996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Small Battery</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13" name="Rechteck: abgerundete Ecken 4"/>
          <p:cNvSpPr/>
          <p:nvPr/>
        </p:nvSpPr>
        <p:spPr>
          <a:xfrm>
            <a:off x="6138720" y="335916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Arduino Uno R4</a:t>
            </a:r>
            <a:endParaRPr lang="de-DE" sz="1200" b="0" u="none" strike="noStrike">
              <a:solidFill>
                <a:srgbClr val="000000"/>
              </a:solidFill>
              <a:effectLst/>
              <a:uFillTx/>
              <a:latin typeface="Arial"/>
            </a:endParaRPr>
          </a:p>
        </p:txBody>
      </p:sp>
      <p:sp>
        <p:nvSpPr>
          <p:cNvPr id="114" name="Rechteck: abgerundete Ecken 4"/>
          <p:cNvSpPr/>
          <p:nvPr/>
        </p:nvSpPr>
        <p:spPr>
          <a:xfrm>
            <a:off x="2794680" y="3852360"/>
            <a:ext cx="121140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4 mecanum wheels</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15" name="Rechteck: abgerundete Ecken 4"/>
          <p:cNvSpPr/>
          <p:nvPr/>
        </p:nvSpPr>
        <p:spPr>
          <a:xfrm>
            <a:off x="399240" y="378396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2 regular wheels</a:t>
            </a:r>
            <a:endParaRPr lang="de-DE" sz="1200" b="0" u="none" strike="noStrike">
              <a:solidFill>
                <a:srgbClr val="000000"/>
              </a:solidFill>
              <a:effectLst/>
              <a:uFillTx/>
              <a:latin typeface="Arial"/>
            </a:endParaRPr>
          </a:p>
        </p:txBody>
      </p:sp>
      <p:sp>
        <p:nvSpPr>
          <p:cNvPr id="116" name="Rechteck: abgerundete Ecken 4"/>
          <p:cNvSpPr/>
          <p:nvPr/>
        </p:nvSpPr>
        <p:spPr>
          <a:xfrm>
            <a:off x="1416960" y="3767760"/>
            <a:ext cx="9734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2 omni wheels</a:t>
            </a:r>
            <a:endParaRPr lang="de-DE" sz="1200" b="0" u="none" strike="noStrike">
              <a:solidFill>
                <a:srgbClr val="000000"/>
              </a:solidFill>
              <a:effectLst/>
              <a:uFillTx/>
              <a:latin typeface="Arial"/>
            </a:endParaRPr>
          </a:p>
        </p:txBody>
      </p:sp>
      <p:sp>
        <p:nvSpPr>
          <p:cNvPr id="117" name="Rechteck: abgerundete Ecken 4"/>
          <p:cNvSpPr/>
          <p:nvPr/>
        </p:nvSpPr>
        <p:spPr>
          <a:xfrm>
            <a:off x="6352920" y="382860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Arduino Mega</a:t>
            </a:r>
            <a:endParaRPr lang="de-DE" sz="1200" b="0" u="none" strike="noStrike">
              <a:solidFill>
                <a:srgbClr val="000000"/>
              </a:solidFill>
              <a:effectLst/>
              <a:uFillTx/>
              <a:latin typeface="Arial"/>
            </a:endParaRPr>
          </a:p>
        </p:txBody>
      </p:sp>
      <p:sp>
        <p:nvSpPr>
          <p:cNvPr id="118" name="Rechteck: abgerundete Ecken 4"/>
          <p:cNvSpPr/>
          <p:nvPr/>
        </p:nvSpPr>
        <p:spPr>
          <a:xfrm>
            <a:off x="6627240" y="429804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Other</a:t>
            </a:r>
            <a:endParaRPr lang="de-DE" sz="1200" b="0" u="none" strike="noStrike">
              <a:solidFill>
                <a:srgbClr val="000000"/>
              </a:solidFill>
              <a:effectLst/>
              <a:uFillTx/>
              <a:latin typeface="Arial"/>
            </a:endParaRPr>
          </a:p>
        </p:txBody>
      </p:sp>
      <p:sp>
        <p:nvSpPr>
          <p:cNvPr id="119" name="Rechteck: abgerundete Ecken 4"/>
          <p:cNvSpPr/>
          <p:nvPr/>
        </p:nvSpPr>
        <p:spPr>
          <a:xfrm>
            <a:off x="10131480" y="1802520"/>
            <a:ext cx="1310400" cy="59256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000" b="0" u="none" strike="noStrike">
                <a:solidFill>
                  <a:schemeClr val="dk1"/>
                </a:solidFill>
                <a:effectLst/>
                <a:uFillTx/>
                <a:latin typeface="Arial"/>
              </a:rPr>
              <a:t>US-Sensor</a:t>
            </a:r>
            <a:r>
              <a:rPr lang="de-DE" sz="1000" b="0" u="none" strike="noStrike">
                <a:solidFill>
                  <a:srgbClr val="000000"/>
                </a:solidFill>
                <a:effectLst/>
                <a:uFillTx/>
                <a:latin typeface="Arial"/>
              </a:rPr>
              <a:t>HC-SR4</a:t>
            </a:r>
            <a:endParaRPr lang="de-DE" sz="10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20" name="Rechteck: abgerundete Ecken 4"/>
          <p:cNvSpPr/>
          <p:nvPr/>
        </p:nvSpPr>
        <p:spPr>
          <a:xfrm>
            <a:off x="10456200" y="228348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i="1" u="none" strike="noStrike">
                <a:solidFill>
                  <a:schemeClr val="dk1"/>
                </a:solidFill>
                <a:effectLst/>
                <a:uFillTx/>
                <a:latin typeface="Arial"/>
              </a:rPr>
              <a:t>L</a:t>
            </a:r>
            <a:r>
              <a:rPr lang="de-DE" sz="1200" b="0" u="none" strike="noStrike">
                <a:solidFill>
                  <a:schemeClr val="dk1"/>
                </a:solidFill>
                <a:effectLst/>
                <a:uFillTx/>
                <a:latin typeface="Arial"/>
              </a:rPr>
              <a:t>idar-Sensor</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21" name="Rechteck: abgerundete Ecken 4"/>
          <p:cNvSpPr/>
          <p:nvPr/>
        </p:nvSpPr>
        <p:spPr>
          <a:xfrm>
            <a:off x="10692720" y="280332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RGB-Light</a:t>
            </a:r>
            <a:endParaRPr lang="de-DE" sz="1200" b="0" u="none" strike="noStrike">
              <a:solidFill>
                <a:srgbClr val="000000"/>
              </a:solidFill>
              <a:effectLst/>
              <a:uFillTx/>
              <a:latin typeface="Arial"/>
            </a:endParaRPr>
          </a:p>
        </p:txBody>
      </p:sp>
      <p:sp>
        <p:nvSpPr>
          <p:cNvPr id="122" name="Rechteck: abgerundete Ecken 4"/>
          <p:cNvSpPr/>
          <p:nvPr/>
        </p:nvSpPr>
        <p:spPr>
          <a:xfrm>
            <a:off x="10456200" y="3301920"/>
            <a:ext cx="13010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Environmental </a:t>
            </a:r>
            <a:r>
              <a:rPr lang="de-DE" sz="1200" b="0" u="none" strike="noStrike">
                <a:solidFill>
                  <a:srgbClr val="0f1111"/>
                </a:solidFill>
                <a:effectLst/>
                <a:uFillTx/>
                <a:latin typeface="Amazon Ember"/>
              </a:rPr>
              <a:t>DHT22 AM2302</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23" name="Rechteck: abgerundete Ecken 4"/>
          <p:cNvSpPr/>
          <p:nvPr/>
        </p:nvSpPr>
        <p:spPr>
          <a:xfrm>
            <a:off x="11010960" y="381240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IR Sensor</a:t>
            </a:r>
            <a:endParaRPr lang="de-DE" sz="1200" b="0" u="none" strike="noStrike">
              <a:solidFill>
                <a:srgbClr val="000000"/>
              </a:solidFill>
              <a:effectLst/>
              <a:uFillTx/>
              <a:latin typeface="Arial"/>
            </a:endParaRPr>
          </a:p>
        </p:txBody>
      </p:sp>
      <p:sp>
        <p:nvSpPr>
          <p:cNvPr id="124" name="Rechteck: abgerundete Ecken 4"/>
          <p:cNvSpPr/>
          <p:nvPr/>
        </p:nvSpPr>
        <p:spPr>
          <a:xfrm>
            <a:off x="4516560" y="453240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IMU</a:t>
            </a:r>
            <a:endParaRPr lang="de-DE" sz="1200" b="0" u="none" strike="noStrike">
              <a:solidFill>
                <a:srgbClr val="000000"/>
              </a:solidFill>
              <a:effectLst/>
              <a:uFillTx/>
              <a:latin typeface="Arial"/>
            </a:endParaRPr>
          </a:p>
        </p:txBody>
      </p:sp>
      <p:sp>
        <p:nvSpPr>
          <p:cNvPr id="125" name="Rechteck: abgerundete Ecken 4"/>
          <p:cNvSpPr/>
          <p:nvPr/>
        </p:nvSpPr>
        <p:spPr>
          <a:xfrm>
            <a:off x="4806720" y="500040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Remote Control</a:t>
            </a:r>
            <a:endParaRPr lang="de-DE" sz="1200" b="0" u="none" strike="noStrike">
              <a:solidFill>
                <a:srgbClr val="000000"/>
              </a:solidFill>
              <a:effectLst/>
              <a:uFillTx/>
              <a:latin typeface="Arial"/>
            </a:endParaRPr>
          </a:p>
        </p:txBody>
      </p:sp>
      <p:sp>
        <p:nvSpPr>
          <p:cNvPr id="126" name="Rechteck: abgerundete Ecken 4"/>
          <p:cNvSpPr/>
          <p:nvPr/>
        </p:nvSpPr>
        <p:spPr>
          <a:xfrm>
            <a:off x="5286600" y="551304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MQQT, CAN</a:t>
            </a:r>
            <a:endParaRPr lang="de-DE" sz="1200" b="0" u="none" strike="noStrike">
              <a:solidFill>
                <a:srgbClr val="000000"/>
              </a:solidFill>
              <a:effectLst/>
              <a:uFillTx/>
              <a:latin typeface="Arial"/>
            </a:endParaRPr>
          </a:p>
        </p:txBody>
      </p:sp>
      <p:sp>
        <p:nvSpPr>
          <p:cNvPr id="127" name="Rechteck: abgerundete Ecken 4"/>
          <p:cNvSpPr/>
          <p:nvPr/>
        </p:nvSpPr>
        <p:spPr>
          <a:xfrm>
            <a:off x="10239120" y="464688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Line follower</a:t>
            </a:r>
            <a:endParaRPr lang="de-DE" sz="1200" b="0" u="none" strike="noStrike">
              <a:solidFill>
                <a:srgbClr val="000000"/>
              </a:solidFill>
              <a:effectLst/>
              <a:uFillTx/>
              <a:latin typeface="Arial"/>
            </a:endParaRPr>
          </a:p>
        </p:txBody>
      </p:sp>
      <p:sp>
        <p:nvSpPr>
          <p:cNvPr id="128" name="Rechteck: abgerundete Ecken 4"/>
          <p:cNvSpPr/>
          <p:nvPr/>
        </p:nvSpPr>
        <p:spPr>
          <a:xfrm>
            <a:off x="10651320" y="507708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Taktile switch</a:t>
            </a:r>
            <a:endParaRPr lang="de-DE" sz="1200" b="0" u="none" strike="noStrike">
              <a:solidFill>
                <a:srgbClr val="000000"/>
              </a:solidFill>
              <a:effectLst/>
              <a:uFillTx/>
              <a:latin typeface="Arial"/>
            </a:endParaRPr>
          </a:p>
        </p:txBody>
      </p:sp>
      <p:sp>
        <p:nvSpPr>
          <p:cNvPr id="129" name="Rechteck: abgerundete Ecken 4"/>
          <p:cNvSpPr/>
          <p:nvPr/>
        </p:nvSpPr>
        <p:spPr>
          <a:xfrm>
            <a:off x="10941480" y="555804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CAM Module</a:t>
            </a:r>
            <a:endParaRPr lang="de-DE" sz="1200" b="0" u="none" strike="noStrike">
              <a:solidFill>
                <a:srgbClr val="000000"/>
              </a:solidFill>
              <a:effectLst/>
              <a:uFillTx/>
              <a:latin typeface="Arial"/>
            </a:endParaRPr>
          </a:p>
        </p:txBody>
      </p:sp>
      <p:sp>
        <p:nvSpPr>
          <p:cNvPr id="130" name="Rechteck: abgerundete Ecken 4"/>
          <p:cNvSpPr/>
          <p:nvPr/>
        </p:nvSpPr>
        <p:spPr>
          <a:xfrm>
            <a:off x="7961040" y="1616760"/>
            <a:ext cx="1310400" cy="59256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000" b="0" u="none" strike="noStrike">
                <a:solidFill>
                  <a:schemeClr val="dk1"/>
                </a:solidFill>
                <a:effectLst/>
                <a:uFillTx/>
                <a:latin typeface="Arial"/>
              </a:rPr>
              <a:t>Sesorbox straight</a:t>
            </a:r>
            <a:endParaRPr lang="de-DE" sz="10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31" name="Rechteck: abgerundete Ecken 4"/>
          <p:cNvSpPr/>
          <p:nvPr/>
        </p:nvSpPr>
        <p:spPr>
          <a:xfrm>
            <a:off x="8285400" y="2054880"/>
            <a:ext cx="1310400" cy="59256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000" b="0" u="none" strike="noStrike">
                <a:solidFill>
                  <a:schemeClr val="dk1"/>
                </a:solidFill>
                <a:effectLst/>
                <a:uFillTx/>
                <a:latin typeface="Arial"/>
              </a:rPr>
              <a:t>Sesorbox cracked</a:t>
            </a:r>
            <a:endParaRPr lang="de-DE" sz="1000" b="0" u="none" strike="noStrike">
              <a:solidFill>
                <a:srgbClr val="000000"/>
              </a:solidFill>
              <a:effectLst/>
              <a:uFillTx/>
              <a:latin typeface="Arial"/>
            </a:endParaRPr>
          </a:p>
        </p:txBody>
      </p:sp>
      <p:sp>
        <p:nvSpPr>
          <p:cNvPr id="132" name="Rechteck: abgerundete Ecken 4"/>
          <p:cNvSpPr/>
          <p:nvPr/>
        </p:nvSpPr>
        <p:spPr>
          <a:xfrm>
            <a:off x="8361720" y="339048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Chassis</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Acryl</a:t>
            </a:r>
            <a:endParaRPr lang="de-DE" sz="1200" b="0" u="none" strike="noStrike">
              <a:solidFill>
                <a:srgbClr val="000000"/>
              </a:solidFill>
              <a:effectLst/>
              <a:uFillTx/>
              <a:latin typeface="Arial"/>
            </a:endParaRPr>
          </a:p>
        </p:txBody>
      </p:sp>
      <p:sp>
        <p:nvSpPr>
          <p:cNvPr id="133" name="Rechteck: abgerundete Ecken 4"/>
          <p:cNvSpPr/>
          <p:nvPr/>
        </p:nvSpPr>
        <p:spPr>
          <a:xfrm>
            <a:off x="8529840" y="385236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Chassis</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Alu</a:t>
            </a:r>
            <a:endParaRPr lang="de-DE" sz="1200" b="0" u="none" strike="noStrike">
              <a:solidFill>
                <a:srgbClr val="000000"/>
              </a:solidFill>
              <a:effectLst/>
              <a:uFillTx/>
              <a:latin typeface="Arial"/>
            </a:endParaRPr>
          </a:p>
        </p:txBody>
      </p:sp>
      <p:sp>
        <p:nvSpPr>
          <p:cNvPr id="134" name="Rechteck: abgerundete Ecken 4"/>
          <p:cNvSpPr/>
          <p:nvPr/>
        </p:nvSpPr>
        <p:spPr>
          <a:xfrm>
            <a:off x="8740440" y="4298040"/>
            <a:ext cx="92736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Chassis</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Composit</a:t>
            </a:r>
            <a:endParaRPr lang="de-DE" sz="1200" b="0" u="none" strike="noStrike">
              <a:solidFill>
                <a:srgbClr val="000000"/>
              </a:solidFill>
              <a:effectLst/>
              <a:uFillTx/>
              <a:latin typeface="Arial"/>
            </a:endParaRPr>
          </a:p>
        </p:txBody>
      </p:sp>
      <p:sp>
        <p:nvSpPr>
          <p:cNvPr id="135" name="Rechteck: abgerundete Ecken 4"/>
          <p:cNvSpPr/>
          <p:nvPr/>
        </p:nvSpPr>
        <p:spPr>
          <a:xfrm>
            <a:off x="1801080" y="302292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Pasive</a:t>
            </a:r>
            <a:br>
              <a:rPr sz="1200"/>
            </a:br>
            <a:r>
              <a:rPr lang="de-DE" sz="1200" b="0" u="none" strike="noStrike">
                <a:solidFill>
                  <a:schemeClr val="dk1"/>
                </a:solidFill>
                <a:effectLst/>
                <a:uFillTx/>
                <a:latin typeface="Arial"/>
              </a:rPr>
              <a:t>holder</a:t>
            </a:r>
            <a:endParaRPr lang="de-DE" sz="1200" b="0" u="none" strike="noStrike">
              <a:solidFill>
                <a:srgbClr val="000000"/>
              </a:solidFill>
              <a:effectLst/>
              <a:uFillTx/>
              <a:latin typeface="Arial"/>
            </a:endParaRPr>
          </a:p>
          <a:p>
            <a:pPr algn="ctr" defTabSz="914400">
              <a:lnSpc>
                <a:spcPct val="100000"/>
              </a:lnSpc>
            </a:pPr>
            <a:endParaRPr lang="de-DE" sz="1200" b="0" u="none" strike="noStrike">
              <a:solidFill>
                <a:srgbClr val="000000"/>
              </a:solidFill>
              <a:effectLst/>
              <a:uFillTx/>
              <a:latin typeface="Arial"/>
            </a:endParaRPr>
          </a:p>
        </p:txBody>
      </p:sp>
      <p:sp>
        <p:nvSpPr>
          <p:cNvPr id="136" name="Rechteck: abgerundete Ecken 4"/>
          <p:cNvSpPr/>
          <p:nvPr/>
        </p:nvSpPr>
        <p:spPr>
          <a:xfrm>
            <a:off x="8032320" y="538128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STM32</a:t>
            </a:r>
            <a:endParaRPr lang="de-DE" sz="1200" b="0" u="none" strike="noStrike">
              <a:solidFill>
                <a:srgbClr val="000000"/>
              </a:solidFill>
              <a:effectLst/>
              <a:uFillTx/>
              <a:latin typeface="Arial"/>
            </a:endParaRPr>
          </a:p>
        </p:txBody>
      </p:sp>
      <p:sp>
        <p:nvSpPr>
          <p:cNvPr id="137" name="Rechteck: abgerundete Ecken 4"/>
          <p:cNvSpPr/>
          <p:nvPr/>
        </p:nvSpPr>
        <p:spPr>
          <a:xfrm>
            <a:off x="8403840" y="5771520"/>
            <a:ext cx="867240" cy="5371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Other</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Structure of LCAMP Configurator</a:t>
            </a:r>
            <a:endParaRPr lang="es-ES" sz="3000" b="0" u="none" strike="noStrike">
              <a:solidFill>
                <a:schemeClr val="dk1"/>
              </a:solidFill>
              <a:effectLst/>
              <a:uFillTx/>
              <a:latin typeface="Arial"/>
            </a:endParaRPr>
          </a:p>
        </p:txBody>
      </p:sp>
      <p:sp>
        <p:nvSpPr>
          <p:cNvPr id="139"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sp>
        <p:nvSpPr>
          <p:cNvPr id="140" name="Rechteck: abgerundete Ecken 3"/>
          <p:cNvSpPr/>
          <p:nvPr/>
        </p:nvSpPr>
        <p:spPr>
          <a:xfrm>
            <a:off x="2098800" y="453456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Delfined Part</a:t>
            </a:r>
            <a:endParaRPr lang="de-DE" sz="1200" b="0" u="none" strike="noStrike">
              <a:solidFill>
                <a:srgbClr val="000000"/>
              </a:solidFill>
              <a:effectLst/>
              <a:uFillTx/>
              <a:latin typeface="Arial"/>
            </a:endParaRPr>
          </a:p>
        </p:txBody>
      </p:sp>
      <p:sp>
        <p:nvSpPr>
          <p:cNvPr id="141" name="Rechteck: abgerundete Ecken 4"/>
          <p:cNvSpPr/>
          <p:nvPr/>
        </p:nvSpPr>
        <p:spPr>
          <a:xfrm>
            <a:off x="4091760" y="3263760"/>
            <a:ext cx="1141200" cy="1303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200" b="0" u="none" strike="noStrike">
              <a:solidFill>
                <a:schemeClr val="dk1"/>
              </a:solidFill>
              <a:effectLst/>
              <a:uFillTx/>
              <a:latin typeface="Arial"/>
            </a:endParaRPr>
          </a:p>
        </p:txBody>
      </p:sp>
      <p:grpSp>
        <p:nvGrpSpPr>
          <p:cNvPr id="142" name="Gruppieren 25"/>
          <p:cNvGrpSpPr/>
          <p:nvPr/>
        </p:nvGrpSpPr>
        <p:grpSpPr>
          <a:xfrm>
            <a:off x="4398480" y="3332880"/>
            <a:ext cx="527400" cy="1164960"/>
            <a:chOff x="4398480" y="3332880"/>
            <a:chExt cx="527400" cy="1164960"/>
          </a:xfrm>
        </p:grpSpPr>
        <p:cxnSp>
          <p:nvCxnSpPr>
            <p:cNvPr id="143" name="Gerader Verbinder 6"/>
            <p:cNvCxnSpPr/>
            <p:nvPr/>
          </p:nvCxnSpPr>
          <p:spPr>
            <a:xfrm>
              <a:off x="4419720" y="3332880"/>
              <a:ext cx="360" cy="1054080"/>
            </a:xfrm>
            <a:prstGeom prst="straightConnector1">
              <a:avLst/>
            </a:prstGeom>
            <a:ln>
              <a:solidFill>
                <a:srgbClr val="4472c4"/>
              </a:solidFill>
            </a:ln>
          </p:spPr>
        </p:cxnSp>
        <p:cxnSp>
          <p:nvCxnSpPr>
            <p:cNvPr id="144" name="Gerader Verbinder 8"/>
            <p:cNvCxnSpPr/>
            <p:nvPr/>
          </p:nvCxnSpPr>
          <p:spPr>
            <a:xfrm>
              <a:off x="4419720" y="3542760"/>
              <a:ext cx="304920" cy="360"/>
            </a:xfrm>
            <a:prstGeom prst="straightConnector1">
              <a:avLst/>
            </a:prstGeom>
            <a:ln>
              <a:solidFill>
                <a:srgbClr val="4472c4"/>
              </a:solidFill>
            </a:ln>
          </p:spPr>
        </p:cxnSp>
        <p:cxnSp>
          <p:nvCxnSpPr>
            <p:cNvPr id="145" name="Gerader Verbinder 10"/>
            <p:cNvCxnSpPr/>
            <p:nvPr/>
          </p:nvCxnSpPr>
          <p:spPr>
            <a:xfrm>
              <a:off x="4724280" y="3542760"/>
              <a:ext cx="360" cy="234720"/>
            </a:xfrm>
            <a:prstGeom prst="straightConnector1">
              <a:avLst/>
            </a:prstGeom>
            <a:ln>
              <a:solidFill>
                <a:srgbClr val="4472c4"/>
              </a:solidFill>
            </a:ln>
          </p:spPr>
        </p:cxnSp>
        <p:cxnSp>
          <p:nvCxnSpPr>
            <p:cNvPr id="146" name="Gerader Verbinder 12"/>
            <p:cNvCxnSpPr/>
            <p:nvPr/>
          </p:nvCxnSpPr>
          <p:spPr>
            <a:xfrm>
              <a:off x="4724280" y="3633120"/>
              <a:ext cx="201960" cy="360"/>
            </a:xfrm>
            <a:prstGeom prst="straightConnector1">
              <a:avLst/>
            </a:prstGeom>
            <a:ln>
              <a:solidFill>
                <a:srgbClr val="4472c4"/>
              </a:solidFill>
            </a:ln>
          </p:spPr>
        </p:cxnSp>
        <p:cxnSp>
          <p:nvCxnSpPr>
            <p:cNvPr id="147" name="Gerader Verbinder 13"/>
            <p:cNvCxnSpPr/>
            <p:nvPr/>
          </p:nvCxnSpPr>
          <p:spPr>
            <a:xfrm>
              <a:off x="4724280" y="3693960"/>
              <a:ext cx="201960" cy="360"/>
            </a:xfrm>
            <a:prstGeom prst="straightConnector1">
              <a:avLst/>
            </a:prstGeom>
            <a:ln>
              <a:solidFill>
                <a:srgbClr val="4472c4"/>
              </a:solidFill>
            </a:ln>
          </p:spPr>
        </p:cxnSp>
        <p:cxnSp>
          <p:nvCxnSpPr>
            <p:cNvPr id="148" name="Gerader Verbinder 14"/>
            <p:cNvCxnSpPr/>
            <p:nvPr/>
          </p:nvCxnSpPr>
          <p:spPr>
            <a:xfrm>
              <a:off x="4724280" y="3777120"/>
              <a:ext cx="201960" cy="360"/>
            </a:xfrm>
            <a:prstGeom prst="straightConnector1">
              <a:avLst/>
            </a:prstGeom>
            <a:ln>
              <a:solidFill>
                <a:srgbClr val="4472c4"/>
              </a:solidFill>
            </a:ln>
          </p:spPr>
        </p:cxnSp>
        <p:cxnSp>
          <p:nvCxnSpPr>
            <p:cNvPr id="149" name="Gerader Verbinder 15"/>
            <p:cNvCxnSpPr/>
            <p:nvPr/>
          </p:nvCxnSpPr>
          <p:spPr>
            <a:xfrm>
              <a:off x="4398480" y="3911760"/>
              <a:ext cx="305280" cy="360"/>
            </a:xfrm>
            <a:prstGeom prst="straightConnector1">
              <a:avLst/>
            </a:prstGeom>
            <a:ln>
              <a:solidFill>
                <a:srgbClr val="4472c4"/>
              </a:solidFill>
            </a:ln>
          </p:spPr>
        </p:cxnSp>
        <p:cxnSp>
          <p:nvCxnSpPr>
            <p:cNvPr id="150" name="Gerader Verbinder 16"/>
            <p:cNvCxnSpPr/>
            <p:nvPr/>
          </p:nvCxnSpPr>
          <p:spPr>
            <a:xfrm>
              <a:off x="4703400" y="3911760"/>
              <a:ext cx="360" cy="234720"/>
            </a:xfrm>
            <a:prstGeom prst="straightConnector1">
              <a:avLst/>
            </a:prstGeom>
            <a:ln>
              <a:solidFill>
                <a:srgbClr val="4472c4"/>
              </a:solidFill>
            </a:ln>
          </p:spPr>
        </p:cxnSp>
        <p:cxnSp>
          <p:nvCxnSpPr>
            <p:cNvPr id="151" name="Gerader Verbinder 17"/>
            <p:cNvCxnSpPr/>
            <p:nvPr/>
          </p:nvCxnSpPr>
          <p:spPr>
            <a:xfrm>
              <a:off x="4703400" y="4002120"/>
              <a:ext cx="201960" cy="360"/>
            </a:xfrm>
            <a:prstGeom prst="straightConnector1">
              <a:avLst/>
            </a:prstGeom>
            <a:ln>
              <a:solidFill>
                <a:srgbClr val="4472c4"/>
              </a:solidFill>
            </a:ln>
          </p:spPr>
        </p:cxnSp>
        <p:cxnSp>
          <p:nvCxnSpPr>
            <p:cNvPr id="152" name="Gerader Verbinder 18"/>
            <p:cNvCxnSpPr/>
            <p:nvPr/>
          </p:nvCxnSpPr>
          <p:spPr>
            <a:xfrm>
              <a:off x="4703400" y="4062960"/>
              <a:ext cx="201960" cy="360"/>
            </a:xfrm>
            <a:prstGeom prst="straightConnector1">
              <a:avLst/>
            </a:prstGeom>
            <a:ln>
              <a:solidFill>
                <a:srgbClr val="4472c4"/>
              </a:solidFill>
            </a:ln>
          </p:spPr>
        </p:cxnSp>
        <p:cxnSp>
          <p:nvCxnSpPr>
            <p:cNvPr id="153" name="Gerader Verbinder 19"/>
            <p:cNvCxnSpPr/>
            <p:nvPr/>
          </p:nvCxnSpPr>
          <p:spPr>
            <a:xfrm>
              <a:off x="4703400" y="4146120"/>
              <a:ext cx="201960" cy="360"/>
            </a:xfrm>
            <a:prstGeom prst="straightConnector1">
              <a:avLst/>
            </a:prstGeom>
            <a:ln>
              <a:solidFill>
                <a:srgbClr val="4472c4"/>
              </a:solidFill>
            </a:ln>
          </p:spPr>
        </p:cxnSp>
        <p:cxnSp>
          <p:nvCxnSpPr>
            <p:cNvPr id="154" name="Gerader Verbinder 20"/>
            <p:cNvCxnSpPr/>
            <p:nvPr/>
          </p:nvCxnSpPr>
          <p:spPr>
            <a:xfrm>
              <a:off x="4400640" y="4263480"/>
              <a:ext cx="305280" cy="360"/>
            </a:xfrm>
            <a:prstGeom prst="straightConnector1">
              <a:avLst/>
            </a:prstGeom>
            <a:ln>
              <a:solidFill>
                <a:srgbClr val="4472c4"/>
              </a:solidFill>
            </a:ln>
          </p:spPr>
        </p:cxnSp>
        <p:cxnSp>
          <p:nvCxnSpPr>
            <p:cNvPr id="155" name="Gerader Verbinder 21"/>
            <p:cNvCxnSpPr/>
            <p:nvPr/>
          </p:nvCxnSpPr>
          <p:spPr>
            <a:xfrm>
              <a:off x="4705560" y="4263480"/>
              <a:ext cx="360" cy="234720"/>
            </a:xfrm>
            <a:prstGeom prst="straightConnector1">
              <a:avLst/>
            </a:prstGeom>
            <a:ln>
              <a:solidFill>
                <a:srgbClr val="4472c4"/>
              </a:solidFill>
            </a:ln>
          </p:spPr>
        </p:cxnSp>
        <p:cxnSp>
          <p:nvCxnSpPr>
            <p:cNvPr id="156" name="Gerader Verbinder 22"/>
            <p:cNvCxnSpPr/>
            <p:nvPr/>
          </p:nvCxnSpPr>
          <p:spPr>
            <a:xfrm>
              <a:off x="4705560" y="4353840"/>
              <a:ext cx="201960" cy="360"/>
            </a:xfrm>
            <a:prstGeom prst="straightConnector1">
              <a:avLst/>
            </a:prstGeom>
            <a:ln>
              <a:solidFill>
                <a:srgbClr val="4472c4"/>
              </a:solidFill>
            </a:ln>
          </p:spPr>
        </p:cxnSp>
        <p:cxnSp>
          <p:nvCxnSpPr>
            <p:cNvPr id="157" name="Gerader Verbinder 23"/>
            <p:cNvCxnSpPr/>
            <p:nvPr/>
          </p:nvCxnSpPr>
          <p:spPr>
            <a:xfrm>
              <a:off x="4705560" y="4414680"/>
              <a:ext cx="201960" cy="360"/>
            </a:xfrm>
            <a:prstGeom prst="straightConnector1">
              <a:avLst/>
            </a:prstGeom>
            <a:ln>
              <a:solidFill>
                <a:srgbClr val="4472c4"/>
              </a:solidFill>
            </a:ln>
          </p:spPr>
        </p:cxnSp>
        <p:cxnSp>
          <p:nvCxnSpPr>
            <p:cNvPr id="158" name="Gerader Verbinder 24"/>
            <p:cNvCxnSpPr/>
            <p:nvPr/>
          </p:nvCxnSpPr>
          <p:spPr>
            <a:xfrm>
              <a:off x="4705560" y="4497840"/>
              <a:ext cx="201960" cy="360"/>
            </a:xfrm>
            <a:prstGeom prst="straightConnector1">
              <a:avLst/>
            </a:prstGeom>
            <a:ln>
              <a:solidFill>
                <a:srgbClr val="4472c4"/>
              </a:solidFill>
            </a:ln>
          </p:spPr>
        </p:cxnSp>
      </p:grpSp>
      <p:sp>
        <p:nvSpPr>
          <p:cNvPr id="159" name="Rechteck: abgerundete Ecken 28"/>
          <p:cNvSpPr/>
          <p:nvPr/>
        </p:nvSpPr>
        <p:spPr>
          <a:xfrm>
            <a:off x="1711440" y="1753200"/>
            <a:ext cx="1893960" cy="1395000"/>
          </a:xfrm>
          <a:prstGeom prst="roundRect">
            <a:avLst>
              <a:gd name="adj" fmla="val 16667"/>
            </a:avLst>
          </a:prstGeom>
          <a:solidFill>
            <a:schemeClr val="accent6">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pic>
        <p:nvPicPr>
          <p:cNvPr id="160" name="Grafik 30"/>
          <p:cNvPicPr/>
          <p:nvPr/>
        </p:nvPicPr>
        <p:blipFill>
          <a:blip r:embed="rId1"/>
          <a:stretch/>
        </p:blipFill>
        <p:spPr>
          <a:xfrm>
            <a:off x="1909800" y="1829520"/>
            <a:ext cx="1410480" cy="1174320"/>
          </a:xfrm>
          <a:prstGeom prst="rect">
            <a:avLst/>
          </a:prstGeom>
          <a:noFill/>
          <a:ln w="0">
            <a:noFill/>
          </a:ln>
        </p:spPr>
      </p:pic>
      <p:sp>
        <p:nvSpPr>
          <p:cNvPr id="161" name="Rechteck: abgerundete Ecken 32"/>
          <p:cNvSpPr/>
          <p:nvPr/>
        </p:nvSpPr>
        <p:spPr>
          <a:xfrm>
            <a:off x="8006400" y="457200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Arduino Code</a:t>
            </a:r>
            <a:endParaRPr lang="de-DE" sz="1200" b="0" u="none" strike="noStrike">
              <a:solidFill>
                <a:srgbClr val="000000"/>
              </a:solidFill>
              <a:effectLst/>
              <a:uFillTx/>
              <a:latin typeface="Arial"/>
            </a:endParaRPr>
          </a:p>
        </p:txBody>
      </p:sp>
      <p:sp>
        <p:nvSpPr>
          <p:cNvPr id="162" name="Rechteck: abgerundete Ecken 33"/>
          <p:cNvSpPr/>
          <p:nvPr/>
        </p:nvSpPr>
        <p:spPr>
          <a:xfrm>
            <a:off x="6774120" y="463896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PartList</a:t>
            </a:r>
            <a:endParaRPr lang="de-DE" sz="1200" b="0" u="none" strike="noStrike">
              <a:solidFill>
                <a:srgbClr val="000000"/>
              </a:solidFill>
              <a:effectLst/>
              <a:uFillTx/>
              <a:latin typeface="Arial"/>
            </a:endParaRPr>
          </a:p>
        </p:txBody>
      </p:sp>
      <p:cxnSp>
        <p:nvCxnSpPr>
          <p:cNvPr id="163" name="Verbinder: gewinkelt 39"/>
          <p:cNvCxnSpPr>
            <a:endCxn id="141" idx="0"/>
          </p:cNvCxnSpPr>
          <p:nvPr/>
        </p:nvCxnSpPr>
        <p:spPr>
          <a:xfrm flipH="1" rot="16200000">
            <a:off x="3686040" y="2287080"/>
            <a:ext cx="896400" cy="1056960"/>
          </a:xfrm>
          <a:prstGeom prst="bentConnector3">
            <a:avLst>
              <a:gd name="adj1" fmla="val 40"/>
            </a:avLst>
          </a:prstGeom>
          <a:ln>
            <a:solidFill>
              <a:srgbClr val="4472c4"/>
            </a:solidFill>
          </a:ln>
        </p:spPr>
      </p:cxnSp>
      <p:sp>
        <p:nvSpPr>
          <p:cNvPr id="164" name="Textfeld 40"/>
          <p:cNvSpPr/>
          <p:nvPr/>
        </p:nvSpPr>
        <p:spPr>
          <a:xfrm>
            <a:off x="4822920" y="2868120"/>
            <a:ext cx="1745280" cy="307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400" b="0" u="none" strike="noStrike">
                <a:solidFill>
                  <a:schemeClr val="dk1"/>
                </a:solidFill>
                <a:effectLst/>
                <a:uFillTx/>
                <a:latin typeface="Arial"/>
              </a:rPr>
              <a:t>Robot Configuration</a:t>
            </a:r>
            <a:endParaRPr lang="de-DE" sz="1400" b="0" u="none" strike="noStrike">
              <a:solidFill>
                <a:srgbClr val="000000"/>
              </a:solidFill>
              <a:effectLst/>
              <a:uFillTx/>
              <a:latin typeface="Arial"/>
            </a:endParaRPr>
          </a:p>
        </p:txBody>
      </p:sp>
      <p:sp>
        <p:nvSpPr>
          <p:cNvPr id="165" name="Rechteck: abgerundete Ecken 41"/>
          <p:cNvSpPr/>
          <p:nvPr/>
        </p:nvSpPr>
        <p:spPr>
          <a:xfrm>
            <a:off x="4234680" y="496296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Robot config</a:t>
            </a:r>
            <a:endParaRPr lang="de-DE" sz="1200" b="0" u="none" strike="noStrike">
              <a:solidFill>
                <a:srgbClr val="000000"/>
              </a:solidFill>
              <a:effectLst/>
              <a:uFillTx/>
              <a:latin typeface="Arial"/>
            </a:endParaRPr>
          </a:p>
        </p:txBody>
      </p:sp>
      <p:cxnSp>
        <p:nvCxnSpPr>
          <p:cNvPr id="166" name="Verbinder: gewinkelt 43"/>
          <p:cNvCxnSpPr>
            <a:stCxn id="165" idx="0"/>
            <a:endCxn id="141" idx="2"/>
          </p:cNvCxnSpPr>
          <p:nvPr/>
        </p:nvCxnSpPr>
        <p:spPr>
          <a:xfrm rot="16200000">
            <a:off x="4464360" y="4764960"/>
            <a:ext cx="396360" cy="360"/>
          </a:xfrm>
          <a:prstGeom prst="bentConnector2">
            <a:avLst/>
          </a:prstGeom>
          <a:ln>
            <a:solidFill>
              <a:srgbClr val="4472c4"/>
            </a:solidFill>
          </a:ln>
        </p:spPr>
      </p:cxnSp>
      <p:cxnSp>
        <p:nvCxnSpPr>
          <p:cNvPr id="167" name="Verbinder: gewinkelt 48"/>
          <p:cNvCxnSpPr>
            <a:endCxn id="162" idx="0"/>
          </p:cNvCxnSpPr>
          <p:nvPr/>
        </p:nvCxnSpPr>
        <p:spPr>
          <a:xfrm flipH="1" rot="16200000">
            <a:off x="5903640" y="3340800"/>
            <a:ext cx="675720" cy="1921320"/>
          </a:xfrm>
          <a:prstGeom prst="bentConnector3">
            <a:avLst>
              <a:gd name="adj1" fmla="val 0"/>
            </a:avLst>
          </a:prstGeom>
          <a:ln>
            <a:solidFill>
              <a:srgbClr val="4472c4"/>
            </a:solidFill>
            <a:tailEnd len="med" type="triangle" w="med"/>
          </a:ln>
        </p:spPr>
      </p:cxnSp>
      <p:cxnSp>
        <p:nvCxnSpPr>
          <p:cNvPr id="168" name="Verbinder: gewinkelt 50"/>
          <p:cNvCxnSpPr>
            <a:endCxn id="161" idx="0"/>
          </p:cNvCxnSpPr>
          <p:nvPr/>
        </p:nvCxnSpPr>
        <p:spPr>
          <a:xfrm flipH="1" rot="16200000">
            <a:off x="6201360" y="2339280"/>
            <a:ext cx="1240920" cy="3224880"/>
          </a:xfrm>
          <a:prstGeom prst="bentConnector3">
            <a:avLst>
              <a:gd name="adj1" fmla="val 0"/>
            </a:avLst>
          </a:prstGeom>
          <a:ln>
            <a:solidFill>
              <a:srgbClr val="4472c4"/>
            </a:solidFill>
            <a:tailEnd len="med" type="triangle" w="med"/>
          </a:ln>
        </p:spPr>
      </p:cxnSp>
      <p:sp>
        <p:nvSpPr>
          <p:cNvPr id="169" name="Rechteck: abgerundete Ecken 52"/>
          <p:cNvSpPr/>
          <p:nvPr/>
        </p:nvSpPr>
        <p:spPr>
          <a:xfrm>
            <a:off x="2002320" y="442836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Delfined Part</a:t>
            </a:r>
            <a:endParaRPr lang="de-DE" sz="1200" b="0" u="none" strike="noStrike">
              <a:solidFill>
                <a:srgbClr val="000000"/>
              </a:solidFill>
              <a:effectLst/>
              <a:uFillTx/>
              <a:latin typeface="Arial"/>
            </a:endParaRPr>
          </a:p>
        </p:txBody>
      </p:sp>
      <p:sp>
        <p:nvSpPr>
          <p:cNvPr id="170" name="Rechteck: abgerundete Ecken 53"/>
          <p:cNvSpPr/>
          <p:nvPr/>
        </p:nvSpPr>
        <p:spPr>
          <a:xfrm>
            <a:off x="1884960" y="433980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Delfined Part</a:t>
            </a:r>
            <a:endParaRPr lang="de-DE" sz="1200" b="0" u="none" strike="noStrike">
              <a:solidFill>
                <a:srgbClr val="000000"/>
              </a:solidFill>
              <a:effectLst/>
              <a:uFillTx/>
              <a:latin typeface="Arial"/>
            </a:endParaRPr>
          </a:p>
        </p:txBody>
      </p:sp>
      <p:sp>
        <p:nvSpPr>
          <p:cNvPr id="171" name="Rechteck: abgerundete Ecken 54"/>
          <p:cNvSpPr/>
          <p:nvPr/>
        </p:nvSpPr>
        <p:spPr>
          <a:xfrm>
            <a:off x="1800720" y="425124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Defined Part</a:t>
            </a:r>
            <a:endParaRPr lang="de-DE" sz="1200" b="0" u="none" strike="noStrike">
              <a:solidFill>
                <a:srgbClr val="000000"/>
              </a:solidFill>
              <a:effectLst/>
              <a:uFillTx/>
              <a:latin typeface="Arial"/>
            </a:endParaRPr>
          </a:p>
        </p:txBody>
      </p:sp>
      <p:cxnSp>
        <p:nvCxnSpPr>
          <p:cNvPr id="172" name="Verbinder: gewinkelt 56"/>
          <p:cNvCxnSpPr>
            <a:stCxn id="171" idx="0"/>
          </p:cNvCxnSpPr>
          <p:nvPr/>
        </p:nvCxnSpPr>
        <p:spPr>
          <a:xfrm flipH="1" flipV="1" rot="5400000">
            <a:off x="2963880" y="3124080"/>
            <a:ext cx="391680" cy="1863360"/>
          </a:xfrm>
          <a:prstGeom prst="bentConnector3">
            <a:avLst>
              <a:gd name="adj1" fmla="val 99908"/>
            </a:avLst>
          </a:prstGeom>
          <a:ln>
            <a:solidFill>
              <a:srgbClr val="4472c4"/>
            </a:solidFill>
            <a:tailEnd len="med" type="triangle" w="med"/>
          </a:ln>
        </p:spPr>
      </p:cxnSp>
      <p:sp>
        <p:nvSpPr>
          <p:cNvPr id="173" name="Rechteck: abgerundete Ecken 33"/>
          <p:cNvSpPr/>
          <p:nvPr/>
        </p:nvSpPr>
        <p:spPr>
          <a:xfrm>
            <a:off x="5739480" y="5296680"/>
            <a:ext cx="126216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Configruration for Matlab</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Simumatik</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Edge, Force</a:t>
            </a:r>
            <a:endParaRPr lang="de-DE" sz="1200" b="0" u="none" strike="noStrike">
              <a:solidFill>
                <a:srgbClr val="000000"/>
              </a:solidFill>
              <a:effectLst/>
              <a:uFillTx/>
              <a:latin typeface="Arial"/>
            </a:endParaRPr>
          </a:p>
        </p:txBody>
      </p:sp>
      <p:pic>
        <p:nvPicPr>
          <p:cNvPr id="174" name="Picture 2"/>
          <p:cNvPicPr/>
          <p:nvPr/>
        </p:nvPicPr>
        <p:blipFill>
          <a:blip r:embed="rId2"/>
          <a:stretch/>
        </p:blipFill>
        <p:spPr>
          <a:xfrm>
            <a:off x="6798240" y="1635480"/>
            <a:ext cx="4114440" cy="16855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Rechteck: abgerundete Ecken 41"/>
          <p:cNvSpPr/>
          <p:nvPr/>
        </p:nvSpPr>
        <p:spPr>
          <a:xfrm>
            <a:off x="10074600" y="4029120"/>
            <a:ext cx="1401480" cy="619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Workstaton Description</a:t>
            </a:r>
            <a:endParaRPr lang="de-DE" sz="1200" b="0" u="none" strike="noStrike">
              <a:solidFill>
                <a:srgbClr val="000000"/>
              </a:solidFill>
              <a:effectLst/>
              <a:uFillTx/>
              <a:latin typeface="Arial"/>
            </a:endParaRPr>
          </a:p>
        </p:txBody>
      </p:sp>
      <p:sp>
        <p:nvSpPr>
          <p:cNvPr id="176" name="Rechteck: abgerundete Ecken 41"/>
          <p:cNvSpPr/>
          <p:nvPr/>
        </p:nvSpPr>
        <p:spPr>
          <a:xfrm>
            <a:off x="3998160" y="5047560"/>
            <a:ext cx="940680" cy="1068480"/>
          </a:xfrm>
          <a:prstGeom prst="roundRect">
            <a:avLst>
              <a:gd name="adj" fmla="val 16667"/>
            </a:avLst>
          </a:prstGeom>
          <a:solidFill>
            <a:schemeClr val="accent3">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050" b="0" u="none" strike="noStrike">
                <a:solidFill>
                  <a:schemeClr val="dk1"/>
                </a:solidFill>
                <a:effectLst/>
                <a:uFillTx/>
                <a:latin typeface="Arial"/>
              </a:rPr>
              <a:t>Robot</a:t>
            </a:r>
            <a:endParaRPr lang="de-DE" sz="1050" b="0" u="none" strike="noStrike">
              <a:solidFill>
                <a:srgbClr val="000000"/>
              </a:solidFill>
              <a:effectLst/>
              <a:uFillTx/>
              <a:latin typeface="Arial"/>
            </a:endParaRPr>
          </a:p>
          <a:p>
            <a:pPr algn="ctr" defTabSz="914400">
              <a:lnSpc>
                <a:spcPct val="100000"/>
              </a:lnSpc>
            </a:pPr>
            <a:r>
              <a:rPr lang="de-DE" sz="1050" b="0" u="none" strike="noStrike">
                <a:solidFill>
                  <a:schemeClr val="dk1"/>
                </a:solidFill>
                <a:effectLst/>
                <a:uFillTx/>
                <a:latin typeface="Arial"/>
              </a:rPr>
              <a:t>config Dictionary</a:t>
            </a:r>
            <a:endParaRPr lang="de-DE" sz="1050" b="0" u="none" strike="noStrike">
              <a:solidFill>
                <a:srgbClr val="000000"/>
              </a:solidFill>
              <a:effectLst/>
              <a:uFillTx/>
              <a:latin typeface="Arial"/>
            </a:endParaRPr>
          </a:p>
        </p:txBody>
      </p:sp>
      <p:sp>
        <p:nvSpPr>
          <p:cNvPr id="177"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LCAMP configurator</a:t>
            </a:r>
            <a:endParaRPr lang="es-ES" sz="3000" b="0" u="none" strike="noStrike">
              <a:solidFill>
                <a:schemeClr val="dk1"/>
              </a:solidFill>
              <a:effectLst/>
              <a:uFillTx/>
              <a:latin typeface="Arial"/>
            </a:endParaRPr>
          </a:p>
        </p:txBody>
      </p:sp>
      <p:sp>
        <p:nvSpPr>
          <p:cNvPr id="178"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sp>
        <p:nvSpPr>
          <p:cNvPr id="179" name="Rechteck: abgerundete Ecken 41"/>
          <p:cNvSpPr/>
          <p:nvPr/>
        </p:nvSpPr>
        <p:spPr>
          <a:xfrm>
            <a:off x="3277080" y="530208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Robot</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config .excel</a:t>
            </a:r>
            <a:endParaRPr lang="de-DE" sz="1200" b="0" u="none" strike="noStrike">
              <a:solidFill>
                <a:srgbClr val="000000"/>
              </a:solidFill>
              <a:effectLst/>
              <a:uFillTx/>
              <a:latin typeface="Arial"/>
            </a:endParaRPr>
          </a:p>
        </p:txBody>
      </p:sp>
      <p:sp>
        <p:nvSpPr>
          <p:cNvPr id="180" name="Rechteck: abgerundete Ecken 41"/>
          <p:cNvSpPr/>
          <p:nvPr/>
        </p:nvSpPr>
        <p:spPr>
          <a:xfrm>
            <a:off x="5374080" y="496296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Robot config</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.json</a:t>
            </a:r>
            <a:endParaRPr lang="de-DE" sz="1200" b="0" u="none" strike="noStrike">
              <a:solidFill>
                <a:srgbClr val="000000"/>
              </a:solidFill>
              <a:effectLst/>
              <a:uFillTx/>
              <a:latin typeface="Arial"/>
            </a:endParaRPr>
          </a:p>
        </p:txBody>
      </p:sp>
      <p:sp>
        <p:nvSpPr>
          <p:cNvPr id="181" name="Rechteck: abgerundete Ecken 41"/>
          <p:cNvSpPr/>
          <p:nvPr/>
        </p:nvSpPr>
        <p:spPr>
          <a:xfrm>
            <a:off x="4560120" y="352908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Robot</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Config c#</a:t>
            </a:r>
            <a:endParaRPr lang="de-DE" sz="1200" b="0" u="none" strike="noStrike">
              <a:solidFill>
                <a:srgbClr val="000000"/>
              </a:solidFill>
              <a:effectLst/>
              <a:uFillTx/>
              <a:latin typeface="Arial"/>
            </a:endParaRPr>
          </a:p>
        </p:txBody>
      </p:sp>
      <p:sp>
        <p:nvSpPr>
          <p:cNvPr id="182" name="Rechteck: abgerundete Ecken 41"/>
          <p:cNvSpPr/>
          <p:nvPr/>
        </p:nvSpPr>
        <p:spPr>
          <a:xfrm>
            <a:off x="7971840" y="4648680"/>
            <a:ext cx="140148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Device-Description</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(Assembly, ArduinoCode)</a:t>
            </a:r>
            <a:endParaRPr lang="de-DE" sz="1200" b="0" u="none" strike="noStrike">
              <a:solidFill>
                <a:srgbClr val="000000"/>
              </a:solidFill>
              <a:effectLst/>
              <a:uFillTx/>
              <a:latin typeface="Arial"/>
            </a:endParaRPr>
          </a:p>
        </p:txBody>
      </p:sp>
      <p:sp>
        <p:nvSpPr>
          <p:cNvPr id="183" name="Rechteck: abgerundete Ecken 41"/>
          <p:cNvSpPr/>
          <p:nvPr/>
        </p:nvSpPr>
        <p:spPr>
          <a:xfrm>
            <a:off x="936360" y="4977360"/>
            <a:ext cx="1401480" cy="673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List of Materials</a:t>
            </a:r>
            <a:endParaRPr lang="de-DE" sz="1200" b="0" u="none" strike="noStrike">
              <a:solidFill>
                <a:srgbClr val="000000"/>
              </a:solidFill>
              <a:effectLst/>
              <a:uFillTx/>
              <a:latin typeface="Arial"/>
            </a:endParaRPr>
          </a:p>
        </p:txBody>
      </p:sp>
      <p:sp>
        <p:nvSpPr>
          <p:cNvPr id="184" name="Rechteck: abgerundete Ecken 41"/>
          <p:cNvSpPr/>
          <p:nvPr/>
        </p:nvSpPr>
        <p:spPr>
          <a:xfrm>
            <a:off x="3704760" y="209484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Robot</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Config</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Tree</a:t>
            </a:r>
            <a:endParaRPr lang="de-DE" sz="1200" b="0" u="none" strike="noStrike">
              <a:solidFill>
                <a:srgbClr val="000000"/>
              </a:solidFill>
              <a:effectLst/>
              <a:uFillTx/>
              <a:latin typeface="Arial"/>
            </a:endParaRPr>
          </a:p>
        </p:txBody>
      </p:sp>
      <p:cxnSp>
        <p:nvCxnSpPr>
          <p:cNvPr id="185" name="Connector: Elbow 12"/>
          <p:cNvCxnSpPr>
            <a:stCxn id="181" idx="3"/>
            <a:endCxn id="180" idx="0"/>
          </p:cNvCxnSpPr>
          <p:nvPr/>
        </p:nvCxnSpPr>
        <p:spPr>
          <a:xfrm>
            <a:off x="5415120" y="4063320"/>
            <a:ext cx="387000" cy="900000"/>
          </a:xfrm>
          <a:prstGeom prst="bentConnector2">
            <a:avLst/>
          </a:prstGeom>
          <a:ln w="38100">
            <a:solidFill>
              <a:srgbClr val="4472c4"/>
            </a:solidFill>
          </a:ln>
        </p:spPr>
      </p:cxnSp>
      <p:cxnSp>
        <p:nvCxnSpPr>
          <p:cNvPr id="186" name="Connector: Elbow 16"/>
          <p:cNvCxnSpPr>
            <a:stCxn id="181" idx="1"/>
          </p:cNvCxnSpPr>
          <p:nvPr/>
        </p:nvCxnSpPr>
        <p:spPr>
          <a:xfrm flipV="1" rot="10800000">
            <a:off x="4468680" y="4063320"/>
            <a:ext cx="91800" cy="1014120"/>
          </a:xfrm>
          <a:prstGeom prst="bentConnector3">
            <a:avLst>
              <a:gd name="adj1" fmla="val 100000"/>
            </a:avLst>
          </a:prstGeom>
          <a:ln w="38100">
            <a:solidFill>
              <a:srgbClr val="4472c4"/>
            </a:solidFill>
          </a:ln>
        </p:spPr>
      </p:cxnSp>
      <p:cxnSp>
        <p:nvCxnSpPr>
          <p:cNvPr id="187" name="Connector: Elbow 18"/>
          <p:cNvCxnSpPr/>
          <p:nvPr/>
        </p:nvCxnSpPr>
        <p:spPr>
          <a:xfrm flipH="1" rot="16200000">
            <a:off x="4290480" y="2878200"/>
            <a:ext cx="899640" cy="386640"/>
          </a:xfrm>
          <a:prstGeom prst="bentConnector3">
            <a:avLst>
              <a:gd name="adj1" fmla="val 0"/>
            </a:avLst>
          </a:prstGeom>
          <a:ln w="38100">
            <a:solidFill>
              <a:srgbClr val="4472c4"/>
            </a:solidFill>
          </a:ln>
        </p:spPr>
      </p:cxnSp>
      <p:cxnSp>
        <p:nvCxnSpPr>
          <p:cNvPr id="188" name="Connector: Elbow 19"/>
          <p:cNvCxnSpPr/>
          <p:nvPr/>
        </p:nvCxnSpPr>
        <p:spPr>
          <a:xfrm>
            <a:off x="5411880" y="3893400"/>
            <a:ext cx="3261240" cy="755640"/>
          </a:xfrm>
          <a:prstGeom prst="bentConnector3">
            <a:avLst>
              <a:gd name="adj1" fmla="val 101689"/>
            </a:avLst>
          </a:prstGeom>
          <a:ln w="38100">
            <a:solidFill>
              <a:srgbClr val="70ad47">
                <a:lumMod val="75000"/>
              </a:srgbClr>
            </a:solidFill>
          </a:ln>
        </p:spPr>
      </p:cxnSp>
      <p:sp>
        <p:nvSpPr>
          <p:cNvPr id="189" name="Rechteck: abgerundete Ecken 41"/>
          <p:cNvSpPr/>
          <p:nvPr/>
        </p:nvSpPr>
        <p:spPr>
          <a:xfrm>
            <a:off x="6145200" y="2367000"/>
            <a:ext cx="855000" cy="1068480"/>
          </a:xfrm>
          <a:prstGeom prst="roundRect">
            <a:avLst>
              <a:gd name="adj" fmla="val 16667"/>
            </a:avLst>
          </a:prstGeom>
          <a:solidFill>
            <a:schemeClr val="accent4">
              <a:lumMod val="40000"/>
              <a:lumOff val="6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Robot basic config</a:t>
            </a:r>
            <a:endParaRPr lang="de-DE" sz="1200" b="0" u="none" strike="noStrike">
              <a:solidFill>
                <a:srgbClr val="000000"/>
              </a:solidFill>
              <a:effectLst/>
              <a:uFillTx/>
              <a:latin typeface="Arial"/>
            </a:endParaRPr>
          </a:p>
        </p:txBody>
      </p:sp>
      <p:cxnSp>
        <p:nvCxnSpPr>
          <p:cNvPr id="190" name="Connector: Elbow 22"/>
          <p:cNvCxnSpPr>
            <a:stCxn id="189" idx="1"/>
          </p:cNvCxnSpPr>
          <p:nvPr/>
        </p:nvCxnSpPr>
        <p:spPr>
          <a:xfrm flipV="1" rot="10800000">
            <a:off x="5402160" y="2900880"/>
            <a:ext cx="743040" cy="691920"/>
          </a:xfrm>
          <a:prstGeom prst="bentConnector3">
            <a:avLst>
              <a:gd name="adj1" fmla="val 49975"/>
            </a:avLst>
          </a:prstGeom>
          <a:ln w="38100">
            <a:solidFill>
              <a:srgbClr val="4472c4"/>
            </a:solidFill>
          </a:ln>
        </p:spPr>
      </p:cxnSp>
      <p:sp>
        <p:nvSpPr>
          <p:cNvPr id="191" name="Rechteck: abgerundete Ecken 41"/>
          <p:cNvSpPr/>
          <p:nvPr/>
        </p:nvSpPr>
        <p:spPr>
          <a:xfrm>
            <a:off x="1139400" y="4525920"/>
            <a:ext cx="1401480" cy="619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List of Parts</a:t>
            </a:r>
            <a:endParaRPr lang="de-DE" sz="1200" b="0" u="none" strike="noStrike">
              <a:solidFill>
                <a:srgbClr val="000000"/>
              </a:solidFill>
              <a:effectLst/>
              <a:uFillTx/>
              <a:latin typeface="Arial"/>
            </a:endParaRPr>
          </a:p>
        </p:txBody>
      </p:sp>
      <p:sp>
        <p:nvSpPr>
          <p:cNvPr id="192" name="Rechteck: abgerundete Ecken 41"/>
          <p:cNvSpPr/>
          <p:nvPr/>
        </p:nvSpPr>
        <p:spPr>
          <a:xfrm>
            <a:off x="1416600" y="4046040"/>
            <a:ext cx="1401480" cy="673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List of Components</a:t>
            </a:r>
            <a:endParaRPr lang="de-DE" sz="1200" b="0" u="none" strike="noStrike">
              <a:solidFill>
                <a:srgbClr val="000000"/>
              </a:solidFill>
              <a:effectLst/>
              <a:uFillTx/>
              <a:latin typeface="Arial"/>
            </a:endParaRPr>
          </a:p>
        </p:txBody>
      </p:sp>
      <p:sp>
        <p:nvSpPr>
          <p:cNvPr id="193" name="Rechteck: abgerundete Ecken 41"/>
          <p:cNvSpPr/>
          <p:nvPr/>
        </p:nvSpPr>
        <p:spPr>
          <a:xfrm>
            <a:off x="1693800" y="3510720"/>
            <a:ext cx="1401480" cy="619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List of Devices</a:t>
            </a:r>
            <a:endParaRPr lang="de-DE" sz="1200" b="0" u="none" strike="noStrike">
              <a:solidFill>
                <a:srgbClr val="000000"/>
              </a:solidFill>
              <a:effectLst/>
              <a:uFillTx/>
              <a:latin typeface="Arial"/>
            </a:endParaRPr>
          </a:p>
        </p:txBody>
      </p:sp>
      <p:sp>
        <p:nvSpPr>
          <p:cNvPr id="194" name="Rechteck: abgerundete Ecken 41"/>
          <p:cNvSpPr/>
          <p:nvPr/>
        </p:nvSpPr>
        <p:spPr>
          <a:xfrm>
            <a:off x="9524520" y="3529080"/>
            <a:ext cx="1401480" cy="619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Process Description</a:t>
            </a:r>
            <a:endParaRPr lang="de-DE" sz="1200" b="0" u="none" strike="noStrike">
              <a:solidFill>
                <a:srgbClr val="000000"/>
              </a:solidFill>
              <a:effectLst/>
              <a:uFillTx/>
              <a:latin typeface="Arial"/>
            </a:endParaRPr>
          </a:p>
        </p:txBody>
      </p:sp>
      <p:sp>
        <p:nvSpPr>
          <p:cNvPr id="195" name="Rechteck: abgerundete Ecken 41"/>
          <p:cNvSpPr/>
          <p:nvPr/>
        </p:nvSpPr>
        <p:spPr>
          <a:xfrm>
            <a:off x="10351800" y="4768200"/>
            <a:ext cx="1401480" cy="75492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Microcredentials </a:t>
            </a:r>
            <a:endParaRPr lang="de-DE" sz="1200" b="0" u="none" strike="noStrike">
              <a:solidFill>
                <a:srgbClr val="000000"/>
              </a:solidFill>
              <a:effectLst/>
              <a:uFillTx/>
              <a:latin typeface="Arial"/>
            </a:endParaRPr>
          </a:p>
        </p:txBody>
      </p:sp>
      <p:sp>
        <p:nvSpPr>
          <p:cNvPr id="196" name="Rechteck: abgerundete Ecken 41"/>
          <p:cNvSpPr/>
          <p:nvPr/>
        </p:nvSpPr>
        <p:spPr>
          <a:xfrm>
            <a:off x="1091160" y="2196720"/>
            <a:ext cx="1401480" cy="619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Warehous List</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241200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 Structure of Robot Configuration</a:t>
            </a:r>
            <a:endParaRPr lang="es-ES" sz="3000" b="0" u="none" strike="noStrike">
              <a:solidFill>
                <a:schemeClr val="dk1"/>
              </a:solidFill>
              <a:effectLst/>
              <a:uFillTx/>
              <a:latin typeface="Arial"/>
            </a:endParaRPr>
          </a:p>
        </p:txBody>
      </p:sp>
      <p:sp>
        <p:nvSpPr>
          <p:cNvPr id="198" name="PlaceHolder 2"/>
          <p:cNvSpPr>
            <a:spLocks noGrp="1"/>
          </p:cNvSpPr>
          <p:nvPr>
            <p:ph/>
          </p:nvPr>
        </p:nvSpPr>
        <p:spPr>
          <a:xfrm>
            <a:off x="0" y="0"/>
            <a:ext cx="0" cy="0"/>
          </a:xfrm>
          <a:prstGeom prst="rect">
            <a:avLst/>
          </a:prstGeom>
          <a:noFill/>
          <a:ln w="0">
            <a:noFill/>
          </a:ln>
        </p:spPr>
        <p:txBody>
          <a:bodyPr lIns="90000" rIns="90000" tIns="-45000" bIns="-45000" anchor="t">
            <a:normAutofit fontScale="25000" lnSpcReduction="19999"/>
          </a:bodyPr>
          <a:p>
            <a:pPr marL="228600" indent="-228600" defTabSz="914400">
              <a:lnSpc>
                <a:spcPct val="90000"/>
              </a:lnSpc>
              <a:spcBef>
                <a:spcPts val="1001"/>
              </a:spcBef>
              <a:buClr>
                <a:srgbClr val="000000"/>
              </a:buClr>
              <a:buFont typeface="Arial"/>
              <a:buChar char="•"/>
            </a:pPr>
            <a:r>
              <a:rPr lang="de-DE" sz="1200" b="0" u="none" strike="noStrike">
                <a:solidFill>
                  <a:schemeClr val="dk1"/>
                </a:solidFill>
                <a:effectLst/>
                <a:uFillTx/>
                <a:latin typeface="Arial"/>
              </a:rPr>
              <a:t>2</a:t>
            </a:r>
            <a:endParaRPr lang="es-ES" sz="1200" b="0" u="none" strike="noStrike">
              <a:solidFill>
                <a:schemeClr val="dk1"/>
              </a:solidFill>
              <a:effectLst/>
              <a:uFillTx/>
              <a:latin typeface="Arial"/>
            </a:endParaRPr>
          </a:p>
          <a:p>
            <a:pPr indent="0" defTabSz="914400">
              <a:lnSpc>
                <a:spcPct val="90000"/>
              </a:lnSpc>
              <a:spcBef>
                <a:spcPts val="499"/>
              </a:spcBef>
              <a:buNone/>
            </a:pPr>
            <a:endParaRPr lang="es-ES" sz="2400" b="0" u="none" strike="noStrike">
              <a:solidFill>
                <a:schemeClr val="dk1"/>
              </a:solidFill>
              <a:effectLst/>
              <a:uFillTx/>
              <a:latin typeface="Arial"/>
            </a:endParaRPr>
          </a:p>
          <a:p>
            <a:pPr indent="0" defTabSz="914400">
              <a:lnSpc>
                <a:spcPct val="90000"/>
              </a:lnSpc>
              <a:spcBef>
                <a:spcPts val="499"/>
              </a:spcBef>
              <a:buNone/>
            </a:pPr>
            <a:endParaRPr lang="es-ES" sz="2400" b="0" u="none" strike="noStrike">
              <a:solidFill>
                <a:schemeClr val="dk1"/>
              </a:solidFill>
              <a:effectLst/>
              <a:uFillTx/>
              <a:latin typeface="Arial"/>
            </a:endParaRPr>
          </a:p>
          <a:p>
            <a:pPr indent="0" defTabSz="914400">
              <a:lnSpc>
                <a:spcPct val="90000"/>
              </a:lnSpc>
              <a:spcBef>
                <a:spcPts val="499"/>
              </a:spcBef>
              <a:buNone/>
            </a:pPr>
            <a:endParaRPr lang="es-ES" sz="2400" b="0" u="none" strike="noStrike">
              <a:solidFill>
                <a:schemeClr val="dk1"/>
              </a:solidFill>
              <a:effectLst/>
              <a:uFillTx/>
              <a:latin typeface="Arial"/>
            </a:endParaRPr>
          </a:p>
        </p:txBody>
      </p:sp>
      <p:pic>
        <p:nvPicPr>
          <p:cNvPr id="199" name="Grafik 4"/>
          <p:cNvPicPr/>
          <p:nvPr/>
        </p:nvPicPr>
        <p:blipFill>
          <a:blip r:embed="rId1"/>
          <a:stretch/>
        </p:blipFill>
        <p:spPr>
          <a:xfrm>
            <a:off x="6095880" y="2567880"/>
            <a:ext cx="1945440" cy="2509200"/>
          </a:xfrm>
          <a:prstGeom prst="rect">
            <a:avLst/>
          </a:prstGeom>
          <a:noFill/>
          <a:ln w="0">
            <a:noFill/>
          </a:ln>
        </p:spPr>
      </p:pic>
      <p:pic>
        <p:nvPicPr>
          <p:cNvPr id="200" name="Grafik 8"/>
          <p:cNvPicPr/>
          <p:nvPr/>
        </p:nvPicPr>
        <p:blipFill>
          <a:blip r:embed="rId2"/>
          <a:stretch/>
        </p:blipFill>
        <p:spPr>
          <a:xfrm>
            <a:off x="3560400" y="2310120"/>
            <a:ext cx="1144080" cy="2707920"/>
          </a:xfrm>
          <a:prstGeom prst="rect">
            <a:avLst/>
          </a:prstGeom>
          <a:noFill/>
          <a:ln w="0">
            <a:noFill/>
          </a:ln>
        </p:spPr>
      </p:pic>
      <p:sp>
        <p:nvSpPr>
          <p:cNvPr id="201" name="TextBox 5"/>
          <p:cNvSpPr/>
          <p:nvPr/>
        </p:nvSpPr>
        <p:spPr>
          <a:xfrm>
            <a:off x="985320" y="2099520"/>
            <a:ext cx="2506320" cy="3446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800" b="0" u="none" strike="noStrike">
                <a:solidFill>
                  <a:schemeClr val="dk1"/>
                </a:solidFill>
                <a:effectLst/>
                <a:uFillTx/>
                <a:latin typeface="Arial"/>
              </a:rPr>
              <a:t>Defined Part</a:t>
            </a:r>
            <a:endParaRPr lang="de-DE" sz="1800" b="0" u="none" strike="noStrike">
              <a:solidFill>
                <a:srgbClr val="000000"/>
              </a:solidFill>
              <a:effectLst/>
              <a:uFillTx/>
              <a:latin typeface="Arial"/>
            </a:endParaRPr>
          </a:p>
          <a:p>
            <a:pPr marL="457200" defTabSz="914400">
              <a:lnSpc>
                <a:spcPct val="100000"/>
              </a:lnSpc>
            </a:pPr>
            <a:r>
              <a:rPr lang="de-DE" sz="1600" b="0" u="none" strike="noStrike">
                <a:solidFill>
                  <a:schemeClr val="dk1"/>
                </a:solidFill>
                <a:effectLst/>
                <a:uFillTx/>
                <a:latin typeface="Arial"/>
              </a:rPr>
              <a:t>Description</a:t>
            </a:r>
            <a:endParaRPr lang="de-DE" sz="1600" b="0" u="none" strike="noStrike">
              <a:solidFill>
                <a:srgbClr val="000000"/>
              </a:solidFill>
              <a:effectLst/>
              <a:uFillTx/>
              <a:latin typeface="Arial"/>
            </a:endParaRPr>
          </a:p>
          <a:p>
            <a:pPr marL="457200" defTabSz="914400">
              <a:lnSpc>
                <a:spcPct val="100000"/>
              </a:lnSpc>
            </a:pPr>
            <a:r>
              <a:rPr lang="de-DE" sz="1600" b="0" u="none" strike="noStrike">
                <a:solidFill>
                  <a:schemeClr val="dk1"/>
                </a:solidFill>
                <a:effectLst/>
                <a:uFillTx/>
                <a:latin typeface="Arial"/>
              </a:rPr>
              <a:t>Arduino Code</a:t>
            </a:r>
            <a:endParaRPr lang="de-DE" sz="1600" b="0" u="none" strike="noStrike">
              <a:solidFill>
                <a:srgbClr val="000000"/>
              </a:solidFill>
              <a:effectLst/>
              <a:uFillTx/>
              <a:latin typeface="Arial"/>
            </a:endParaRPr>
          </a:p>
          <a:p>
            <a:pPr marL="457200" defTabSz="914400">
              <a:lnSpc>
                <a:spcPct val="100000"/>
              </a:lnSpc>
            </a:pPr>
            <a:r>
              <a:rPr lang="de-DE" sz="1600" b="0" u="none" strike="noStrike">
                <a:solidFill>
                  <a:schemeClr val="dk1"/>
                </a:solidFill>
                <a:effectLst/>
                <a:uFillTx/>
                <a:latin typeface="Arial"/>
              </a:rPr>
              <a:t>Assembly</a:t>
            </a:r>
            <a:endParaRPr lang="de-DE" sz="1600" b="0" u="none" strike="noStrike">
              <a:solidFill>
                <a:srgbClr val="000000"/>
              </a:solidFill>
              <a:effectLst/>
              <a:uFillTx/>
              <a:latin typeface="Arial"/>
            </a:endParaRPr>
          </a:p>
          <a:p>
            <a:pPr marL="457200" defTabSz="914400">
              <a:lnSpc>
                <a:spcPct val="100000"/>
              </a:lnSpc>
            </a:pPr>
            <a:r>
              <a:rPr lang="de-DE" sz="1600" b="0" u="none" strike="noStrike">
                <a:solidFill>
                  <a:schemeClr val="dk1"/>
                </a:solidFill>
                <a:effectLst/>
                <a:uFillTx/>
                <a:latin typeface="Arial"/>
              </a:rPr>
              <a:t>…</a:t>
            </a:r>
            <a:endParaRPr lang="de-DE" sz="1600" b="0" u="none" strike="noStrike">
              <a:solidFill>
                <a:srgbClr val="000000"/>
              </a:solidFill>
              <a:effectLst/>
              <a:uFillTx/>
              <a:latin typeface="Arial"/>
            </a:endParaRPr>
          </a:p>
          <a:p>
            <a:pPr defTabSz="914400">
              <a:lnSpc>
                <a:spcPct val="100000"/>
              </a:lnSpc>
            </a:pPr>
            <a:r>
              <a:rPr lang="de-DE" sz="1800" b="0" u="none" strike="noStrike">
                <a:solidFill>
                  <a:schemeClr val="dk1"/>
                </a:solidFill>
                <a:effectLst/>
                <a:uFillTx/>
                <a:latin typeface="Arial"/>
              </a:rPr>
              <a:t>Configuration Tree</a:t>
            </a:r>
            <a:endParaRPr lang="de-DE" sz="1800" b="0" u="none" strike="noStrike">
              <a:solidFill>
                <a:srgbClr val="000000"/>
              </a:solidFill>
              <a:effectLst/>
              <a:uFillTx/>
              <a:latin typeface="Arial"/>
            </a:endParaRPr>
          </a:p>
          <a:p>
            <a:pPr marL="457200" defTabSz="914400">
              <a:lnSpc>
                <a:spcPct val="100000"/>
              </a:lnSpc>
            </a:pPr>
            <a:r>
              <a:rPr lang="de-DE" sz="1600" b="0" u="none" strike="noStrike">
                <a:solidFill>
                  <a:schemeClr val="dk1"/>
                </a:solidFill>
                <a:effectLst/>
                <a:uFillTx/>
                <a:latin typeface="Arial"/>
              </a:rPr>
              <a:t>Robot</a:t>
            </a:r>
            <a:endParaRPr lang="de-DE" sz="1600" b="0" u="none" strike="noStrike">
              <a:solidFill>
                <a:srgbClr val="000000"/>
              </a:solidFill>
              <a:effectLst/>
              <a:uFillTx/>
              <a:latin typeface="Arial"/>
            </a:endParaRPr>
          </a:p>
          <a:p>
            <a:pPr marL="914400" defTabSz="914400">
              <a:lnSpc>
                <a:spcPct val="100000"/>
              </a:lnSpc>
            </a:pPr>
            <a:r>
              <a:rPr lang="de-DE" sz="1400" b="0" u="none" strike="noStrike">
                <a:solidFill>
                  <a:schemeClr val="dk1"/>
                </a:solidFill>
                <a:effectLst/>
                <a:uFillTx/>
                <a:latin typeface="Arial"/>
              </a:rPr>
              <a:t>SubSystem</a:t>
            </a:r>
            <a:endParaRPr lang="de-DE" sz="1400" b="0" u="none" strike="noStrike">
              <a:solidFill>
                <a:srgbClr val="000000"/>
              </a:solidFill>
              <a:effectLst/>
              <a:uFillTx/>
              <a:latin typeface="Arial"/>
            </a:endParaRPr>
          </a:p>
          <a:p>
            <a:pPr marL="914400" defTabSz="914400">
              <a:lnSpc>
                <a:spcPct val="100000"/>
              </a:lnSpc>
            </a:pPr>
            <a:r>
              <a:rPr lang="de-DE" sz="1400" b="0" u="none" strike="noStrike">
                <a:solidFill>
                  <a:schemeClr val="dk1"/>
                </a:solidFill>
                <a:effectLst/>
                <a:uFillTx/>
                <a:latin typeface="Arial"/>
              </a:rPr>
              <a:t>Component A</a:t>
            </a:r>
            <a:endParaRPr lang="de-DE" sz="1400" b="0" u="none" strike="noStrike">
              <a:solidFill>
                <a:srgbClr val="000000"/>
              </a:solidFill>
              <a:effectLst/>
              <a:uFillTx/>
              <a:latin typeface="Arial"/>
            </a:endParaRPr>
          </a:p>
          <a:p>
            <a:pPr marL="1371600" defTabSz="914400">
              <a:lnSpc>
                <a:spcPct val="100000"/>
              </a:lnSpc>
            </a:pPr>
            <a:r>
              <a:rPr lang="de-DE" sz="1200" b="0" u="none" strike="noStrike">
                <a:solidFill>
                  <a:schemeClr val="dk1"/>
                </a:solidFill>
                <a:effectLst/>
                <a:uFillTx/>
                <a:latin typeface="Arial"/>
              </a:rPr>
              <a:t>Part 1</a:t>
            </a:r>
            <a:endParaRPr lang="de-DE" sz="1200" b="0" u="none" strike="noStrike">
              <a:solidFill>
                <a:srgbClr val="000000"/>
              </a:solidFill>
              <a:effectLst/>
              <a:uFillTx/>
              <a:latin typeface="Arial"/>
            </a:endParaRPr>
          </a:p>
          <a:p>
            <a:pPr marL="1371600" defTabSz="914400">
              <a:lnSpc>
                <a:spcPct val="100000"/>
              </a:lnSpc>
            </a:pPr>
            <a:r>
              <a:rPr lang="de-DE" sz="1200" b="0" u="none" strike="noStrike">
                <a:solidFill>
                  <a:schemeClr val="dk1"/>
                </a:solidFill>
                <a:effectLst/>
                <a:uFillTx/>
                <a:latin typeface="Arial"/>
              </a:rPr>
              <a:t>Part 2</a:t>
            </a:r>
            <a:endParaRPr lang="de-DE" sz="1200" b="0" u="none" strike="noStrike">
              <a:solidFill>
                <a:srgbClr val="000000"/>
              </a:solidFill>
              <a:effectLst/>
              <a:uFillTx/>
              <a:latin typeface="Arial"/>
            </a:endParaRPr>
          </a:p>
          <a:p>
            <a:pPr marL="1371600" defTabSz="914400">
              <a:lnSpc>
                <a:spcPct val="100000"/>
              </a:lnSpc>
            </a:pPr>
            <a:r>
              <a:rPr lang="de-DE" sz="1200" b="0" u="none" strike="noStrike">
                <a:solidFill>
                  <a:schemeClr val="dk1"/>
                </a:solidFill>
                <a:effectLst/>
                <a:uFillTx/>
                <a:latin typeface="Arial"/>
              </a:rPr>
              <a:t>…</a:t>
            </a:r>
            <a:endParaRPr lang="de-DE" sz="1200" b="0" u="none" strike="noStrike">
              <a:solidFill>
                <a:srgbClr val="000000"/>
              </a:solidFill>
              <a:effectLst/>
              <a:uFillTx/>
              <a:latin typeface="Arial"/>
            </a:endParaRPr>
          </a:p>
          <a:p>
            <a:pPr marL="914400" defTabSz="914400">
              <a:lnSpc>
                <a:spcPct val="100000"/>
              </a:lnSpc>
            </a:pPr>
            <a:r>
              <a:rPr lang="de-DE" sz="1400" b="0" u="none" strike="noStrike">
                <a:solidFill>
                  <a:schemeClr val="dk1"/>
                </a:solidFill>
                <a:effectLst/>
                <a:uFillTx/>
                <a:latin typeface="Arial"/>
              </a:rPr>
              <a:t>Component B</a:t>
            </a:r>
            <a:endParaRPr lang="de-DE" sz="1400" b="0" u="none" strike="noStrike">
              <a:solidFill>
                <a:srgbClr val="000000"/>
              </a:solidFill>
              <a:effectLst/>
              <a:uFillTx/>
              <a:latin typeface="Arial"/>
            </a:endParaRPr>
          </a:p>
          <a:p>
            <a:pPr marL="1371600" defTabSz="914400">
              <a:lnSpc>
                <a:spcPct val="100000"/>
              </a:lnSpc>
            </a:pPr>
            <a:r>
              <a:rPr lang="de-DE" sz="1200" b="0" u="none" strike="noStrike">
                <a:solidFill>
                  <a:schemeClr val="dk1"/>
                </a:solidFill>
                <a:effectLst/>
                <a:uFillTx/>
                <a:latin typeface="Arial"/>
              </a:rPr>
              <a:t>Part1</a:t>
            </a:r>
            <a:endParaRPr lang="de-DE" sz="1200" b="0" u="none" strike="noStrike">
              <a:solidFill>
                <a:srgbClr val="000000"/>
              </a:solidFill>
              <a:effectLst/>
              <a:uFillTx/>
              <a:latin typeface="Arial"/>
            </a:endParaRPr>
          </a:p>
          <a:p>
            <a:pPr marL="1371600" defTabSz="914400">
              <a:lnSpc>
                <a:spcPct val="100000"/>
              </a:lnSpc>
            </a:pPr>
            <a:r>
              <a:rPr lang="de-DE" sz="1200" b="0" u="none" strike="noStrike">
                <a:solidFill>
                  <a:schemeClr val="dk1"/>
                </a:solidFill>
                <a:effectLst/>
                <a:uFillTx/>
                <a:latin typeface="Arial"/>
              </a:rPr>
              <a:t>Part </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User Interface V1</a:t>
            </a:r>
            <a:endParaRPr lang="es-ES" sz="3000" b="0" u="none" strike="noStrike">
              <a:solidFill>
                <a:schemeClr val="dk1"/>
              </a:solidFill>
              <a:effectLst/>
              <a:uFillTx/>
              <a:latin typeface="Arial"/>
            </a:endParaRPr>
          </a:p>
        </p:txBody>
      </p:sp>
      <p:sp>
        <p:nvSpPr>
          <p:cNvPr id="203"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pic>
        <p:nvPicPr>
          <p:cNvPr id="204" name="Picture 4"/>
          <p:cNvPicPr/>
          <p:nvPr/>
        </p:nvPicPr>
        <p:blipFill>
          <a:blip r:embed="rId1"/>
          <a:stretch/>
        </p:blipFill>
        <p:spPr>
          <a:xfrm>
            <a:off x="2041560" y="1573920"/>
            <a:ext cx="6075720" cy="4544280"/>
          </a:xfrm>
          <a:prstGeom prst="rect">
            <a:avLst/>
          </a:prstGeom>
          <a:noFill/>
          <a:ln w="0">
            <a:noFill/>
          </a:ln>
        </p:spPr>
      </p:pic>
      <p:sp>
        <p:nvSpPr>
          <p:cNvPr id="205" name="TextBox 3"/>
          <p:cNvSpPr/>
          <p:nvPr/>
        </p:nvSpPr>
        <p:spPr>
          <a:xfrm>
            <a:off x="8204040" y="1686240"/>
            <a:ext cx="3954600" cy="1169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400" b="0" u="none" strike="noStrike">
                <a:solidFill>
                  <a:schemeClr val="dk1"/>
                </a:solidFill>
                <a:effectLst/>
                <a:uFillTx/>
                <a:latin typeface="Arial"/>
              </a:rPr>
              <a:t>Base Functionality:</a:t>
            </a:r>
            <a:endParaRPr lang="de-DE"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de-DE" sz="1400" b="0" u="none" strike="noStrike">
                <a:solidFill>
                  <a:schemeClr val="dk1"/>
                </a:solidFill>
                <a:effectLst/>
                <a:uFillTx/>
                <a:latin typeface="Arial"/>
              </a:rPr>
              <a:t>Definition fo Robot, </a:t>
            </a:r>
            <a:endParaRPr lang="de-DE"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de-DE" sz="1400" b="0" u="none" strike="noStrike">
                <a:solidFill>
                  <a:schemeClr val="dk1"/>
                </a:solidFill>
                <a:effectLst/>
                <a:uFillTx/>
                <a:latin typeface="Arial"/>
              </a:rPr>
              <a:t>Drive-System, Wheels , </a:t>
            </a:r>
            <a:endParaRPr lang="de-DE"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de-DE" sz="1400" b="0" u="none" strike="noStrike">
                <a:solidFill>
                  <a:schemeClr val="dk1"/>
                </a:solidFill>
                <a:effectLst/>
                <a:uFillTx/>
                <a:latin typeface="Arial"/>
              </a:rPr>
              <a:t>Export for Part-List, Sensors and Controller</a:t>
            </a:r>
            <a:endParaRPr lang="de-DE"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de-DE" sz="1400" b="0" u="none" strike="noStrike">
                <a:solidFill>
                  <a:schemeClr val="dk1"/>
                </a:solidFill>
                <a:effectLst/>
                <a:uFillTx/>
                <a:latin typeface="Arial"/>
              </a:rPr>
              <a:t>Using .json Templates and STL-Files</a:t>
            </a:r>
            <a:endParaRPr lang="de-DE"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User Interface V2</a:t>
            </a:r>
            <a:endParaRPr lang="es-ES" sz="3000" b="0" u="none" strike="noStrike">
              <a:solidFill>
                <a:schemeClr val="dk1"/>
              </a:solidFill>
              <a:effectLst/>
              <a:uFillTx/>
              <a:latin typeface="Arial"/>
            </a:endParaRPr>
          </a:p>
        </p:txBody>
      </p:sp>
      <p:sp>
        <p:nvSpPr>
          <p:cNvPr id="207"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pic>
        <p:nvPicPr>
          <p:cNvPr id="208" name="Picture 6"/>
          <p:cNvPicPr/>
          <p:nvPr/>
        </p:nvPicPr>
        <p:blipFill>
          <a:blip r:embed="rId1"/>
          <a:stretch/>
        </p:blipFill>
        <p:spPr>
          <a:xfrm>
            <a:off x="222120" y="1522080"/>
            <a:ext cx="8503200" cy="4508280"/>
          </a:xfrm>
          <a:prstGeom prst="rect">
            <a:avLst/>
          </a:prstGeom>
          <a:noFill/>
          <a:ln w="0">
            <a:noFill/>
          </a:ln>
        </p:spPr>
      </p:pic>
      <p:sp>
        <p:nvSpPr>
          <p:cNvPr id="209" name="TextBox 3"/>
          <p:cNvSpPr/>
          <p:nvPr/>
        </p:nvSpPr>
        <p:spPr>
          <a:xfrm>
            <a:off x="8849520" y="1617120"/>
            <a:ext cx="2781000" cy="9536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400" b="0" u="none" strike="noStrike">
                <a:solidFill>
                  <a:schemeClr val="dk1"/>
                </a:solidFill>
                <a:effectLst/>
                <a:uFillTx/>
                <a:latin typeface="Arial"/>
              </a:rPr>
              <a:t>Extended by:</a:t>
            </a:r>
            <a:endParaRPr lang="de-DE"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de-DE" sz="1400" b="0" u="none" strike="noStrike">
                <a:solidFill>
                  <a:schemeClr val="dk1"/>
                </a:solidFill>
                <a:effectLst/>
                <a:uFillTx/>
                <a:latin typeface="Arial"/>
              </a:rPr>
              <a:t>3D Graphical Representation</a:t>
            </a:r>
            <a:endParaRPr lang="de-DE"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de-DE" sz="1400" b="0" u="none" strike="noStrike">
                <a:solidFill>
                  <a:schemeClr val="dk1"/>
                </a:solidFill>
                <a:effectLst/>
                <a:uFillTx/>
                <a:latin typeface="Arial"/>
              </a:rPr>
              <a:t>Color Scheme Management</a:t>
            </a:r>
            <a:endParaRPr lang="de-DE"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de-DE" sz="1400" b="0" u="none" strike="noStrike">
                <a:solidFill>
                  <a:schemeClr val="dk1"/>
                </a:solidFill>
                <a:effectLst/>
                <a:uFillTx/>
                <a:latin typeface="Arial"/>
              </a:rPr>
              <a:t>Web Interface</a:t>
            </a:r>
            <a:endParaRPr lang="de-DE"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3628800" y="738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LCAMP viewer</a:t>
            </a:r>
            <a:endParaRPr lang="es-ES" sz="3000" b="0" u="none" strike="noStrike">
              <a:solidFill>
                <a:schemeClr val="dk1"/>
              </a:solidFill>
              <a:effectLst/>
              <a:uFillTx/>
              <a:latin typeface="Arial"/>
            </a:endParaRPr>
          </a:p>
        </p:txBody>
      </p:sp>
      <p:sp>
        <p:nvSpPr>
          <p:cNvPr id="211"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pic>
        <p:nvPicPr>
          <p:cNvPr id="212" name="Picture 4"/>
          <p:cNvPicPr/>
          <p:nvPr/>
        </p:nvPicPr>
        <p:blipFill>
          <a:blip r:embed="rId1"/>
          <a:stretch/>
        </p:blipFill>
        <p:spPr>
          <a:xfrm>
            <a:off x="1081080" y="1027440"/>
            <a:ext cx="3186000" cy="2273040"/>
          </a:xfrm>
          <a:prstGeom prst="rect">
            <a:avLst/>
          </a:prstGeom>
          <a:noFill/>
          <a:ln w="0">
            <a:noFill/>
          </a:ln>
        </p:spPr>
      </p:pic>
      <p:sp>
        <p:nvSpPr>
          <p:cNvPr id="213" name="Rechteck: abgerundete Ecken 3"/>
          <p:cNvSpPr/>
          <p:nvPr/>
        </p:nvSpPr>
        <p:spPr>
          <a:xfrm>
            <a:off x="6921000" y="397512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Delfined Part</a:t>
            </a:r>
            <a:endParaRPr lang="de-DE" sz="1200" b="0" u="none" strike="noStrike">
              <a:solidFill>
                <a:srgbClr val="000000"/>
              </a:solidFill>
              <a:effectLst/>
              <a:uFillTx/>
              <a:latin typeface="Arial"/>
            </a:endParaRPr>
          </a:p>
        </p:txBody>
      </p:sp>
      <p:sp>
        <p:nvSpPr>
          <p:cNvPr id="214" name="Rechteck: abgerundete Ecken 4"/>
          <p:cNvSpPr/>
          <p:nvPr/>
        </p:nvSpPr>
        <p:spPr>
          <a:xfrm>
            <a:off x="8913960" y="2704320"/>
            <a:ext cx="1141200" cy="1303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200" b="0" u="none" strike="noStrike">
              <a:solidFill>
                <a:schemeClr val="dk1"/>
              </a:solidFill>
              <a:effectLst/>
              <a:uFillTx/>
              <a:latin typeface="Arial"/>
            </a:endParaRPr>
          </a:p>
        </p:txBody>
      </p:sp>
      <p:grpSp>
        <p:nvGrpSpPr>
          <p:cNvPr id="215" name="Gruppieren 25"/>
          <p:cNvGrpSpPr/>
          <p:nvPr/>
        </p:nvGrpSpPr>
        <p:grpSpPr>
          <a:xfrm>
            <a:off x="9220680" y="2773440"/>
            <a:ext cx="527760" cy="1165320"/>
            <a:chOff x="9220680" y="2773440"/>
            <a:chExt cx="527760" cy="1165320"/>
          </a:xfrm>
        </p:grpSpPr>
        <p:cxnSp>
          <p:nvCxnSpPr>
            <p:cNvPr id="216" name="Gerader Verbinder 6"/>
            <p:cNvCxnSpPr/>
            <p:nvPr/>
          </p:nvCxnSpPr>
          <p:spPr>
            <a:xfrm>
              <a:off x="9241920" y="2773440"/>
              <a:ext cx="360" cy="1054440"/>
            </a:xfrm>
            <a:prstGeom prst="straightConnector1">
              <a:avLst/>
            </a:prstGeom>
            <a:ln>
              <a:solidFill>
                <a:srgbClr val="4472c4"/>
              </a:solidFill>
            </a:ln>
          </p:spPr>
        </p:cxnSp>
        <p:cxnSp>
          <p:nvCxnSpPr>
            <p:cNvPr id="217" name="Gerader Verbinder 8"/>
            <p:cNvCxnSpPr/>
            <p:nvPr/>
          </p:nvCxnSpPr>
          <p:spPr>
            <a:xfrm>
              <a:off x="9241920" y="2983320"/>
              <a:ext cx="305280" cy="360"/>
            </a:xfrm>
            <a:prstGeom prst="straightConnector1">
              <a:avLst/>
            </a:prstGeom>
            <a:ln>
              <a:solidFill>
                <a:srgbClr val="4472c4"/>
              </a:solidFill>
            </a:ln>
          </p:spPr>
        </p:cxnSp>
        <p:cxnSp>
          <p:nvCxnSpPr>
            <p:cNvPr id="218" name="Gerader Verbinder 10"/>
            <p:cNvCxnSpPr/>
            <p:nvPr/>
          </p:nvCxnSpPr>
          <p:spPr>
            <a:xfrm>
              <a:off x="9546840" y="2983320"/>
              <a:ext cx="360" cy="234720"/>
            </a:xfrm>
            <a:prstGeom prst="straightConnector1">
              <a:avLst/>
            </a:prstGeom>
            <a:ln>
              <a:solidFill>
                <a:srgbClr val="4472c4"/>
              </a:solidFill>
            </a:ln>
          </p:spPr>
        </p:cxnSp>
        <p:cxnSp>
          <p:nvCxnSpPr>
            <p:cNvPr id="219" name="Gerader Verbinder 12"/>
            <p:cNvCxnSpPr/>
            <p:nvPr/>
          </p:nvCxnSpPr>
          <p:spPr>
            <a:xfrm>
              <a:off x="9546840" y="3073680"/>
              <a:ext cx="201960" cy="360"/>
            </a:xfrm>
            <a:prstGeom prst="straightConnector1">
              <a:avLst/>
            </a:prstGeom>
            <a:ln>
              <a:solidFill>
                <a:srgbClr val="4472c4"/>
              </a:solidFill>
            </a:ln>
          </p:spPr>
        </p:cxnSp>
        <p:cxnSp>
          <p:nvCxnSpPr>
            <p:cNvPr id="220" name="Gerader Verbinder 13"/>
            <p:cNvCxnSpPr/>
            <p:nvPr/>
          </p:nvCxnSpPr>
          <p:spPr>
            <a:xfrm>
              <a:off x="9546840" y="3134520"/>
              <a:ext cx="201960" cy="360"/>
            </a:xfrm>
            <a:prstGeom prst="straightConnector1">
              <a:avLst/>
            </a:prstGeom>
            <a:ln>
              <a:solidFill>
                <a:srgbClr val="4472c4"/>
              </a:solidFill>
            </a:ln>
          </p:spPr>
        </p:cxnSp>
        <p:cxnSp>
          <p:nvCxnSpPr>
            <p:cNvPr id="221" name="Gerader Verbinder 14"/>
            <p:cNvCxnSpPr/>
            <p:nvPr/>
          </p:nvCxnSpPr>
          <p:spPr>
            <a:xfrm>
              <a:off x="9546840" y="3217680"/>
              <a:ext cx="201960" cy="360"/>
            </a:xfrm>
            <a:prstGeom prst="straightConnector1">
              <a:avLst/>
            </a:prstGeom>
            <a:ln>
              <a:solidFill>
                <a:srgbClr val="4472c4"/>
              </a:solidFill>
            </a:ln>
          </p:spPr>
        </p:cxnSp>
        <p:cxnSp>
          <p:nvCxnSpPr>
            <p:cNvPr id="222" name="Gerader Verbinder 15"/>
            <p:cNvCxnSpPr/>
            <p:nvPr/>
          </p:nvCxnSpPr>
          <p:spPr>
            <a:xfrm>
              <a:off x="9220680" y="3352320"/>
              <a:ext cx="305280" cy="360"/>
            </a:xfrm>
            <a:prstGeom prst="straightConnector1">
              <a:avLst/>
            </a:prstGeom>
            <a:ln>
              <a:solidFill>
                <a:srgbClr val="4472c4"/>
              </a:solidFill>
            </a:ln>
          </p:spPr>
        </p:cxnSp>
        <p:cxnSp>
          <p:nvCxnSpPr>
            <p:cNvPr id="223" name="Gerader Verbinder 16"/>
            <p:cNvCxnSpPr/>
            <p:nvPr/>
          </p:nvCxnSpPr>
          <p:spPr>
            <a:xfrm>
              <a:off x="9525600" y="3352320"/>
              <a:ext cx="360" cy="235080"/>
            </a:xfrm>
            <a:prstGeom prst="straightConnector1">
              <a:avLst/>
            </a:prstGeom>
            <a:ln>
              <a:solidFill>
                <a:srgbClr val="4472c4"/>
              </a:solidFill>
            </a:ln>
          </p:spPr>
        </p:cxnSp>
        <p:cxnSp>
          <p:nvCxnSpPr>
            <p:cNvPr id="224" name="Gerader Verbinder 17"/>
            <p:cNvCxnSpPr/>
            <p:nvPr/>
          </p:nvCxnSpPr>
          <p:spPr>
            <a:xfrm>
              <a:off x="9525600" y="3442680"/>
              <a:ext cx="201960" cy="360"/>
            </a:xfrm>
            <a:prstGeom prst="straightConnector1">
              <a:avLst/>
            </a:prstGeom>
            <a:ln>
              <a:solidFill>
                <a:srgbClr val="4472c4"/>
              </a:solidFill>
            </a:ln>
          </p:spPr>
        </p:cxnSp>
        <p:cxnSp>
          <p:nvCxnSpPr>
            <p:cNvPr id="225" name="Gerader Verbinder 18"/>
            <p:cNvCxnSpPr/>
            <p:nvPr/>
          </p:nvCxnSpPr>
          <p:spPr>
            <a:xfrm>
              <a:off x="9525600" y="3503520"/>
              <a:ext cx="201960" cy="360"/>
            </a:xfrm>
            <a:prstGeom prst="straightConnector1">
              <a:avLst/>
            </a:prstGeom>
            <a:ln>
              <a:solidFill>
                <a:srgbClr val="4472c4"/>
              </a:solidFill>
            </a:ln>
          </p:spPr>
        </p:cxnSp>
        <p:cxnSp>
          <p:nvCxnSpPr>
            <p:cNvPr id="226" name="Gerader Verbinder 19"/>
            <p:cNvCxnSpPr/>
            <p:nvPr/>
          </p:nvCxnSpPr>
          <p:spPr>
            <a:xfrm>
              <a:off x="9525600" y="3587040"/>
              <a:ext cx="201960" cy="360"/>
            </a:xfrm>
            <a:prstGeom prst="straightConnector1">
              <a:avLst/>
            </a:prstGeom>
            <a:ln>
              <a:solidFill>
                <a:srgbClr val="4472c4"/>
              </a:solidFill>
            </a:ln>
          </p:spPr>
        </p:cxnSp>
        <p:cxnSp>
          <p:nvCxnSpPr>
            <p:cNvPr id="227" name="Gerader Verbinder 20"/>
            <p:cNvCxnSpPr/>
            <p:nvPr/>
          </p:nvCxnSpPr>
          <p:spPr>
            <a:xfrm>
              <a:off x="9223200" y="3704040"/>
              <a:ext cx="305280" cy="360"/>
            </a:xfrm>
            <a:prstGeom prst="straightConnector1">
              <a:avLst/>
            </a:prstGeom>
            <a:ln>
              <a:solidFill>
                <a:srgbClr val="4472c4"/>
              </a:solidFill>
            </a:ln>
          </p:spPr>
        </p:cxnSp>
        <p:cxnSp>
          <p:nvCxnSpPr>
            <p:cNvPr id="228" name="Gerader Verbinder 21"/>
            <p:cNvCxnSpPr/>
            <p:nvPr/>
          </p:nvCxnSpPr>
          <p:spPr>
            <a:xfrm>
              <a:off x="9528120" y="3704040"/>
              <a:ext cx="360" cy="235080"/>
            </a:xfrm>
            <a:prstGeom prst="straightConnector1">
              <a:avLst/>
            </a:prstGeom>
            <a:ln>
              <a:solidFill>
                <a:srgbClr val="4472c4"/>
              </a:solidFill>
            </a:ln>
          </p:spPr>
        </p:cxnSp>
        <p:cxnSp>
          <p:nvCxnSpPr>
            <p:cNvPr id="229" name="Gerader Verbinder 22"/>
            <p:cNvCxnSpPr/>
            <p:nvPr/>
          </p:nvCxnSpPr>
          <p:spPr>
            <a:xfrm>
              <a:off x="9528120" y="3794400"/>
              <a:ext cx="201960" cy="360"/>
            </a:xfrm>
            <a:prstGeom prst="straightConnector1">
              <a:avLst/>
            </a:prstGeom>
            <a:ln>
              <a:solidFill>
                <a:srgbClr val="4472c4"/>
              </a:solidFill>
            </a:ln>
          </p:spPr>
        </p:cxnSp>
        <p:cxnSp>
          <p:nvCxnSpPr>
            <p:cNvPr id="230" name="Gerader Verbinder 23"/>
            <p:cNvCxnSpPr/>
            <p:nvPr/>
          </p:nvCxnSpPr>
          <p:spPr>
            <a:xfrm>
              <a:off x="9528120" y="3855240"/>
              <a:ext cx="201960" cy="360"/>
            </a:xfrm>
            <a:prstGeom prst="straightConnector1">
              <a:avLst/>
            </a:prstGeom>
            <a:ln>
              <a:solidFill>
                <a:srgbClr val="4472c4"/>
              </a:solidFill>
            </a:ln>
          </p:spPr>
        </p:cxnSp>
        <p:cxnSp>
          <p:nvCxnSpPr>
            <p:cNvPr id="231" name="Gerader Verbinder 24"/>
            <p:cNvCxnSpPr/>
            <p:nvPr/>
          </p:nvCxnSpPr>
          <p:spPr>
            <a:xfrm>
              <a:off x="9528120" y="3938760"/>
              <a:ext cx="201960" cy="360"/>
            </a:xfrm>
            <a:prstGeom prst="straightConnector1">
              <a:avLst/>
            </a:prstGeom>
            <a:ln>
              <a:solidFill>
                <a:srgbClr val="4472c4"/>
              </a:solidFill>
            </a:ln>
          </p:spPr>
        </p:cxnSp>
      </p:grpSp>
      <p:sp>
        <p:nvSpPr>
          <p:cNvPr id="232" name="Rechteck: abgerundete Ecken 41"/>
          <p:cNvSpPr/>
          <p:nvPr/>
        </p:nvSpPr>
        <p:spPr>
          <a:xfrm>
            <a:off x="8876520" y="4409640"/>
            <a:ext cx="120672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Robot Configuration</a:t>
            </a:r>
            <a:endParaRPr lang="de-DE" sz="1200" b="0" u="none" strike="noStrike">
              <a:solidFill>
                <a:srgbClr val="000000"/>
              </a:solidFill>
              <a:effectLst/>
              <a:uFillTx/>
              <a:latin typeface="Arial"/>
            </a:endParaRPr>
          </a:p>
        </p:txBody>
      </p:sp>
      <p:cxnSp>
        <p:nvCxnSpPr>
          <p:cNvPr id="233" name="Verbinder: gewinkelt 43"/>
          <p:cNvCxnSpPr>
            <a:stCxn id="232" idx="0"/>
            <a:endCxn id="214" idx="2"/>
          </p:cNvCxnSpPr>
          <p:nvPr/>
        </p:nvCxnSpPr>
        <p:spPr>
          <a:xfrm flipH="1" flipV="1" rot="5400000">
            <a:off x="9280800" y="4206240"/>
            <a:ext cx="402480" cy="5040"/>
          </a:xfrm>
          <a:prstGeom prst="bentConnector3">
            <a:avLst>
              <a:gd name="adj1" fmla="val 49955"/>
            </a:avLst>
          </a:prstGeom>
          <a:ln>
            <a:solidFill>
              <a:srgbClr val="4472c4"/>
            </a:solidFill>
          </a:ln>
        </p:spPr>
      </p:cxnSp>
      <p:sp>
        <p:nvSpPr>
          <p:cNvPr id="234" name="Rechteck: abgerundete Ecken 52"/>
          <p:cNvSpPr/>
          <p:nvPr/>
        </p:nvSpPr>
        <p:spPr>
          <a:xfrm>
            <a:off x="6824520" y="386928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Delfined Part</a:t>
            </a:r>
            <a:endParaRPr lang="de-DE" sz="1200" b="0" u="none" strike="noStrike">
              <a:solidFill>
                <a:srgbClr val="000000"/>
              </a:solidFill>
              <a:effectLst/>
              <a:uFillTx/>
              <a:latin typeface="Arial"/>
            </a:endParaRPr>
          </a:p>
        </p:txBody>
      </p:sp>
      <p:sp>
        <p:nvSpPr>
          <p:cNvPr id="235" name="Rechteck: abgerundete Ecken 53"/>
          <p:cNvSpPr/>
          <p:nvPr/>
        </p:nvSpPr>
        <p:spPr>
          <a:xfrm>
            <a:off x="6707160" y="378072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Delfined Part</a:t>
            </a:r>
            <a:endParaRPr lang="de-DE" sz="1200" b="0" u="none" strike="noStrike">
              <a:solidFill>
                <a:srgbClr val="000000"/>
              </a:solidFill>
              <a:effectLst/>
              <a:uFillTx/>
              <a:latin typeface="Arial"/>
            </a:endParaRPr>
          </a:p>
        </p:txBody>
      </p:sp>
      <p:sp>
        <p:nvSpPr>
          <p:cNvPr id="236" name="Rechteck: abgerundete Ecken 54"/>
          <p:cNvSpPr/>
          <p:nvPr/>
        </p:nvSpPr>
        <p:spPr>
          <a:xfrm>
            <a:off x="6622920" y="369216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Defined Part</a:t>
            </a:r>
            <a:endParaRPr lang="de-DE" sz="1200" b="0" u="none" strike="noStrike">
              <a:solidFill>
                <a:srgbClr val="000000"/>
              </a:solidFill>
              <a:effectLst/>
              <a:uFillTx/>
              <a:latin typeface="Arial"/>
            </a:endParaRPr>
          </a:p>
        </p:txBody>
      </p:sp>
      <p:cxnSp>
        <p:nvCxnSpPr>
          <p:cNvPr id="237" name="Verbinder: gewinkelt 56"/>
          <p:cNvCxnSpPr>
            <a:stCxn id="236" idx="0"/>
          </p:cNvCxnSpPr>
          <p:nvPr/>
        </p:nvCxnSpPr>
        <p:spPr>
          <a:xfrm flipH="1" flipV="1" rot="5400000">
            <a:off x="7786440" y="2564640"/>
            <a:ext cx="392040" cy="1863720"/>
          </a:xfrm>
          <a:prstGeom prst="bentConnector3">
            <a:avLst>
              <a:gd name="adj1" fmla="val 100000"/>
            </a:avLst>
          </a:prstGeom>
          <a:ln>
            <a:solidFill>
              <a:srgbClr val="4472c4"/>
            </a:solidFill>
            <a:tailEnd len="med" type="triangle" w="med"/>
          </a:ln>
        </p:spPr>
      </p:cxnSp>
      <p:sp>
        <p:nvSpPr>
          <p:cNvPr id="238" name="Rechteck: abgerundete Ecken 54"/>
          <p:cNvSpPr/>
          <p:nvPr/>
        </p:nvSpPr>
        <p:spPr>
          <a:xfrm>
            <a:off x="10429560" y="359388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100" b="0" u="none" strike="noStrike">
                <a:solidFill>
                  <a:schemeClr val="dk1"/>
                </a:solidFill>
                <a:effectLst/>
                <a:uFillTx/>
                <a:latin typeface="Arial"/>
              </a:rPr>
              <a:t>.STL File </a:t>
            </a:r>
            <a:r>
              <a:rPr lang="de-DE" sz="1050" b="0" u="none" strike="noStrike">
                <a:solidFill>
                  <a:schemeClr val="dk1"/>
                </a:solidFill>
                <a:effectLst/>
                <a:uFillTx/>
                <a:latin typeface="Arial"/>
              </a:rPr>
              <a:t>3DPrint</a:t>
            </a:r>
            <a:endParaRPr lang="de-DE" sz="1050" b="0" u="none" strike="noStrike">
              <a:solidFill>
                <a:srgbClr val="000000"/>
              </a:solidFill>
              <a:effectLst/>
              <a:uFillTx/>
              <a:latin typeface="Arial"/>
            </a:endParaRPr>
          </a:p>
        </p:txBody>
      </p:sp>
      <p:cxnSp>
        <p:nvCxnSpPr>
          <p:cNvPr id="239" name="Connector: Elbow 33"/>
          <p:cNvCxnSpPr>
            <a:stCxn id="238" idx="0"/>
            <a:endCxn id="214" idx="3"/>
          </p:cNvCxnSpPr>
          <p:nvPr/>
        </p:nvCxnSpPr>
        <p:spPr>
          <a:xfrm flipV="1" rot="16200000">
            <a:off x="10337400" y="3073680"/>
            <a:ext cx="238320" cy="802440"/>
          </a:xfrm>
          <a:prstGeom prst="bentConnector2">
            <a:avLst/>
          </a:prstGeom>
          <a:ln>
            <a:solidFill>
              <a:srgbClr val="4472c4"/>
            </a:solidFill>
          </a:ln>
        </p:spPr>
      </p:cxnSp>
      <p:sp>
        <p:nvSpPr>
          <p:cNvPr id="240" name="Rechteck: abgerundete Ecken 54"/>
          <p:cNvSpPr/>
          <p:nvPr/>
        </p:nvSpPr>
        <p:spPr>
          <a:xfrm>
            <a:off x="10701360" y="435096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100" b="0" u="none" strike="noStrike">
                <a:solidFill>
                  <a:schemeClr val="dk1"/>
                </a:solidFill>
                <a:effectLst/>
                <a:uFillTx/>
                <a:latin typeface="Arial"/>
              </a:rPr>
              <a:t>.PDF File </a:t>
            </a:r>
            <a:r>
              <a:rPr lang="de-DE" sz="1050" b="0" u="none" strike="noStrike">
                <a:solidFill>
                  <a:schemeClr val="dk1"/>
                </a:solidFill>
                <a:effectLst/>
                <a:uFillTx/>
                <a:latin typeface="Arial"/>
              </a:rPr>
              <a:t>Drwawing</a:t>
            </a:r>
            <a:endParaRPr lang="de-DE" sz="1050" b="0" u="none" strike="noStrike">
              <a:solidFill>
                <a:srgbClr val="000000"/>
              </a:solidFill>
              <a:effectLst/>
              <a:uFillTx/>
              <a:latin typeface="Arial"/>
            </a:endParaRPr>
          </a:p>
        </p:txBody>
      </p:sp>
      <p:pic>
        <p:nvPicPr>
          <p:cNvPr id="241" name="Picture 37"/>
          <p:cNvPicPr/>
          <p:nvPr/>
        </p:nvPicPr>
        <p:blipFill>
          <a:blip r:embed="rId2"/>
          <a:stretch/>
        </p:blipFill>
        <p:spPr>
          <a:xfrm>
            <a:off x="1092960" y="3396600"/>
            <a:ext cx="5141160" cy="2775600"/>
          </a:xfrm>
          <a:prstGeom prst="rect">
            <a:avLst/>
          </a:prstGeom>
          <a:noFill/>
          <a:ln w="0">
            <a:noFill/>
          </a:ln>
        </p:spPr>
      </p:pic>
      <p:sp>
        <p:nvSpPr>
          <p:cNvPr id="242" name="Rechteck: abgerundete Ecken 54"/>
          <p:cNvSpPr/>
          <p:nvPr/>
        </p:nvSpPr>
        <p:spPr>
          <a:xfrm>
            <a:off x="11014200" y="5103720"/>
            <a:ext cx="93996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100" b="0" u="none" strike="noStrike">
                <a:solidFill>
                  <a:schemeClr val="dk1"/>
                </a:solidFill>
                <a:effectLst/>
                <a:uFillTx/>
                <a:latin typeface="Arial"/>
              </a:rPr>
              <a:t>.XLSX File</a:t>
            </a:r>
            <a:endParaRPr lang="de-DE" sz="1100" b="0" u="none" strike="noStrike">
              <a:solidFill>
                <a:srgbClr val="000000"/>
              </a:solidFill>
              <a:effectLst/>
              <a:uFillTx/>
              <a:latin typeface="Arial"/>
            </a:endParaRPr>
          </a:p>
          <a:p>
            <a:pPr algn="ctr" defTabSz="914400">
              <a:lnSpc>
                <a:spcPct val="100000"/>
              </a:lnSpc>
            </a:pPr>
            <a:r>
              <a:rPr lang="de-DE" sz="1100" b="0" u="none" strike="noStrike">
                <a:solidFill>
                  <a:schemeClr val="dk1"/>
                </a:solidFill>
                <a:effectLst/>
                <a:uFillTx/>
                <a:latin typeface="Arial"/>
              </a:rPr>
              <a:t>PartList</a:t>
            </a:r>
            <a:endParaRPr lang="de-DE"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Structure LCAMP Process</a:t>
            </a:r>
            <a:endParaRPr lang="es-ES" sz="3000" b="0" u="none" strike="noStrike">
              <a:solidFill>
                <a:schemeClr val="dk1"/>
              </a:solidFill>
              <a:effectLst/>
              <a:uFillTx/>
              <a:latin typeface="Arial"/>
            </a:endParaRPr>
          </a:p>
        </p:txBody>
      </p:sp>
      <p:sp>
        <p:nvSpPr>
          <p:cNvPr id="244"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sp>
        <p:nvSpPr>
          <p:cNvPr id="245" name="Rechteck: abgerundete Ecken 3"/>
          <p:cNvSpPr/>
          <p:nvPr/>
        </p:nvSpPr>
        <p:spPr>
          <a:xfrm>
            <a:off x="2098800" y="453456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Delfined Part</a:t>
            </a:r>
            <a:endParaRPr lang="de-DE" sz="1200" b="0" u="none" strike="noStrike">
              <a:solidFill>
                <a:srgbClr val="000000"/>
              </a:solidFill>
              <a:effectLst/>
              <a:uFillTx/>
              <a:latin typeface="Arial"/>
            </a:endParaRPr>
          </a:p>
        </p:txBody>
      </p:sp>
      <p:sp>
        <p:nvSpPr>
          <p:cNvPr id="246" name="Rechteck: abgerundete Ecken 4"/>
          <p:cNvSpPr/>
          <p:nvPr/>
        </p:nvSpPr>
        <p:spPr>
          <a:xfrm>
            <a:off x="4091760" y="3263760"/>
            <a:ext cx="1141200" cy="130320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200" b="0" u="none" strike="noStrike">
              <a:solidFill>
                <a:schemeClr val="dk1"/>
              </a:solidFill>
              <a:effectLst/>
              <a:uFillTx/>
              <a:latin typeface="Arial"/>
            </a:endParaRPr>
          </a:p>
        </p:txBody>
      </p:sp>
      <p:grpSp>
        <p:nvGrpSpPr>
          <p:cNvPr id="247" name="Gruppieren 25"/>
          <p:cNvGrpSpPr/>
          <p:nvPr/>
        </p:nvGrpSpPr>
        <p:grpSpPr>
          <a:xfrm>
            <a:off x="4398480" y="3332880"/>
            <a:ext cx="527400" cy="1164960"/>
            <a:chOff x="4398480" y="3332880"/>
            <a:chExt cx="527400" cy="1164960"/>
          </a:xfrm>
        </p:grpSpPr>
        <p:cxnSp>
          <p:nvCxnSpPr>
            <p:cNvPr id="248" name="Gerader Verbinder 6"/>
            <p:cNvCxnSpPr/>
            <p:nvPr/>
          </p:nvCxnSpPr>
          <p:spPr>
            <a:xfrm>
              <a:off x="4419720" y="3332880"/>
              <a:ext cx="360" cy="1054080"/>
            </a:xfrm>
            <a:prstGeom prst="straightConnector1">
              <a:avLst/>
            </a:prstGeom>
            <a:ln>
              <a:solidFill>
                <a:srgbClr val="4472c4"/>
              </a:solidFill>
            </a:ln>
          </p:spPr>
        </p:cxnSp>
        <p:cxnSp>
          <p:nvCxnSpPr>
            <p:cNvPr id="249" name="Gerader Verbinder 8"/>
            <p:cNvCxnSpPr/>
            <p:nvPr/>
          </p:nvCxnSpPr>
          <p:spPr>
            <a:xfrm>
              <a:off x="4419720" y="3542760"/>
              <a:ext cx="304920" cy="360"/>
            </a:xfrm>
            <a:prstGeom prst="straightConnector1">
              <a:avLst/>
            </a:prstGeom>
            <a:ln>
              <a:solidFill>
                <a:srgbClr val="4472c4"/>
              </a:solidFill>
            </a:ln>
          </p:spPr>
        </p:cxnSp>
        <p:cxnSp>
          <p:nvCxnSpPr>
            <p:cNvPr id="250" name="Gerader Verbinder 10"/>
            <p:cNvCxnSpPr/>
            <p:nvPr/>
          </p:nvCxnSpPr>
          <p:spPr>
            <a:xfrm>
              <a:off x="4724280" y="3542760"/>
              <a:ext cx="360" cy="234720"/>
            </a:xfrm>
            <a:prstGeom prst="straightConnector1">
              <a:avLst/>
            </a:prstGeom>
            <a:ln>
              <a:solidFill>
                <a:srgbClr val="4472c4"/>
              </a:solidFill>
            </a:ln>
          </p:spPr>
        </p:cxnSp>
        <p:cxnSp>
          <p:nvCxnSpPr>
            <p:cNvPr id="251" name="Gerader Verbinder 12"/>
            <p:cNvCxnSpPr/>
            <p:nvPr/>
          </p:nvCxnSpPr>
          <p:spPr>
            <a:xfrm>
              <a:off x="4724280" y="3633120"/>
              <a:ext cx="201960" cy="360"/>
            </a:xfrm>
            <a:prstGeom prst="straightConnector1">
              <a:avLst/>
            </a:prstGeom>
            <a:ln>
              <a:solidFill>
                <a:srgbClr val="4472c4"/>
              </a:solidFill>
            </a:ln>
          </p:spPr>
        </p:cxnSp>
        <p:cxnSp>
          <p:nvCxnSpPr>
            <p:cNvPr id="252" name="Gerader Verbinder 13"/>
            <p:cNvCxnSpPr/>
            <p:nvPr/>
          </p:nvCxnSpPr>
          <p:spPr>
            <a:xfrm>
              <a:off x="4724280" y="3693960"/>
              <a:ext cx="201960" cy="360"/>
            </a:xfrm>
            <a:prstGeom prst="straightConnector1">
              <a:avLst/>
            </a:prstGeom>
            <a:ln>
              <a:solidFill>
                <a:srgbClr val="4472c4"/>
              </a:solidFill>
            </a:ln>
          </p:spPr>
        </p:cxnSp>
        <p:cxnSp>
          <p:nvCxnSpPr>
            <p:cNvPr id="253" name="Gerader Verbinder 14"/>
            <p:cNvCxnSpPr/>
            <p:nvPr/>
          </p:nvCxnSpPr>
          <p:spPr>
            <a:xfrm>
              <a:off x="4724280" y="3777120"/>
              <a:ext cx="201960" cy="360"/>
            </a:xfrm>
            <a:prstGeom prst="straightConnector1">
              <a:avLst/>
            </a:prstGeom>
            <a:ln>
              <a:solidFill>
                <a:srgbClr val="4472c4"/>
              </a:solidFill>
            </a:ln>
          </p:spPr>
        </p:cxnSp>
        <p:cxnSp>
          <p:nvCxnSpPr>
            <p:cNvPr id="254" name="Gerader Verbinder 15"/>
            <p:cNvCxnSpPr/>
            <p:nvPr/>
          </p:nvCxnSpPr>
          <p:spPr>
            <a:xfrm>
              <a:off x="4398480" y="3911760"/>
              <a:ext cx="305280" cy="360"/>
            </a:xfrm>
            <a:prstGeom prst="straightConnector1">
              <a:avLst/>
            </a:prstGeom>
            <a:ln>
              <a:solidFill>
                <a:srgbClr val="4472c4"/>
              </a:solidFill>
            </a:ln>
          </p:spPr>
        </p:cxnSp>
        <p:cxnSp>
          <p:nvCxnSpPr>
            <p:cNvPr id="255" name="Gerader Verbinder 16"/>
            <p:cNvCxnSpPr/>
            <p:nvPr/>
          </p:nvCxnSpPr>
          <p:spPr>
            <a:xfrm>
              <a:off x="4703400" y="3911760"/>
              <a:ext cx="360" cy="234720"/>
            </a:xfrm>
            <a:prstGeom prst="straightConnector1">
              <a:avLst/>
            </a:prstGeom>
            <a:ln>
              <a:solidFill>
                <a:srgbClr val="4472c4"/>
              </a:solidFill>
            </a:ln>
          </p:spPr>
        </p:cxnSp>
        <p:cxnSp>
          <p:nvCxnSpPr>
            <p:cNvPr id="256" name="Gerader Verbinder 17"/>
            <p:cNvCxnSpPr/>
            <p:nvPr/>
          </p:nvCxnSpPr>
          <p:spPr>
            <a:xfrm>
              <a:off x="4703400" y="4002120"/>
              <a:ext cx="201960" cy="360"/>
            </a:xfrm>
            <a:prstGeom prst="straightConnector1">
              <a:avLst/>
            </a:prstGeom>
            <a:ln>
              <a:solidFill>
                <a:srgbClr val="4472c4"/>
              </a:solidFill>
            </a:ln>
          </p:spPr>
        </p:cxnSp>
        <p:cxnSp>
          <p:nvCxnSpPr>
            <p:cNvPr id="257" name="Gerader Verbinder 18"/>
            <p:cNvCxnSpPr/>
            <p:nvPr/>
          </p:nvCxnSpPr>
          <p:spPr>
            <a:xfrm>
              <a:off x="4703400" y="4062960"/>
              <a:ext cx="201960" cy="360"/>
            </a:xfrm>
            <a:prstGeom prst="straightConnector1">
              <a:avLst/>
            </a:prstGeom>
            <a:ln>
              <a:solidFill>
                <a:srgbClr val="4472c4"/>
              </a:solidFill>
            </a:ln>
          </p:spPr>
        </p:cxnSp>
        <p:cxnSp>
          <p:nvCxnSpPr>
            <p:cNvPr id="258" name="Gerader Verbinder 19"/>
            <p:cNvCxnSpPr/>
            <p:nvPr/>
          </p:nvCxnSpPr>
          <p:spPr>
            <a:xfrm>
              <a:off x="4703400" y="4146120"/>
              <a:ext cx="201960" cy="360"/>
            </a:xfrm>
            <a:prstGeom prst="straightConnector1">
              <a:avLst/>
            </a:prstGeom>
            <a:ln>
              <a:solidFill>
                <a:srgbClr val="4472c4"/>
              </a:solidFill>
            </a:ln>
          </p:spPr>
        </p:cxnSp>
        <p:cxnSp>
          <p:nvCxnSpPr>
            <p:cNvPr id="259" name="Gerader Verbinder 20"/>
            <p:cNvCxnSpPr/>
            <p:nvPr/>
          </p:nvCxnSpPr>
          <p:spPr>
            <a:xfrm>
              <a:off x="4400640" y="4263480"/>
              <a:ext cx="305280" cy="360"/>
            </a:xfrm>
            <a:prstGeom prst="straightConnector1">
              <a:avLst/>
            </a:prstGeom>
            <a:ln>
              <a:solidFill>
                <a:srgbClr val="4472c4"/>
              </a:solidFill>
            </a:ln>
          </p:spPr>
        </p:cxnSp>
        <p:cxnSp>
          <p:nvCxnSpPr>
            <p:cNvPr id="260" name="Gerader Verbinder 21"/>
            <p:cNvCxnSpPr/>
            <p:nvPr/>
          </p:nvCxnSpPr>
          <p:spPr>
            <a:xfrm>
              <a:off x="4705560" y="4263480"/>
              <a:ext cx="360" cy="234720"/>
            </a:xfrm>
            <a:prstGeom prst="straightConnector1">
              <a:avLst/>
            </a:prstGeom>
            <a:ln>
              <a:solidFill>
                <a:srgbClr val="4472c4"/>
              </a:solidFill>
            </a:ln>
          </p:spPr>
        </p:cxnSp>
        <p:cxnSp>
          <p:nvCxnSpPr>
            <p:cNvPr id="261" name="Gerader Verbinder 22"/>
            <p:cNvCxnSpPr/>
            <p:nvPr/>
          </p:nvCxnSpPr>
          <p:spPr>
            <a:xfrm>
              <a:off x="4705560" y="4353840"/>
              <a:ext cx="201960" cy="360"/>
            </a:xfrm>
            <a:prstGeom prst="straightConnector1">
              <a:avLst/>
            </a:prstGeom>
            <a:ln>
              <a:solidFill>
                <a:srgbClr val="4472c4"/>
              </a:solidFill>
            </a:ln>
          </p:spPr>
        </p:cxnSp>
        <p:cxnSp>
          <p:nvCxnSpPr>
            <p:cNvPr id="262" name="Gerader Verbinder 23"/>
            <p:cNvCxnSpPr/>
            <p:nvPr/>
          </p:nvCxnSpPr>
          <p:spPr>
            <a:xfrm>
              <a:off x="4705560" y="4414680"/>
              <a:ext cx="201960" cy="360"/>
            </a:xfrm>
            <a:prstGeom prst="straightConnector1">
              <a:avLst/>
            </a:prstGeom>
            <a:ln>
              <a:solidFill>
                <a:srgbClr val="4472c4"/>
              </a:solidFill>
            </a:ln>
          </p:spPr>
        </p:cxnSp>
        <p:cxnSp>
          <p:nvCxnSpPr>
            <p:cNvPr id="263" name="Gerader Verbinder 24"/>
            <p:cNvCxnSpPr/>
            <p:nvPr/>
          </p:nvCxnSpPr>
          <p:spPr>
            <a:xfrm>
              <a:off x="4705560" y="4497840"/>
              <a:ext cx="201960" cy="360"/>
            </a:xfrm>
            <a:prstGeom prst="straightConnector1">
              <a:avLst/>
            </a:prstGeom>
            <a:ln>
              <a:solidFill>
                <a:srgbClr val="4472c4"/>
              </a:solidFill>
            </a:ln>
          </p:spPr>
        </p:cxnSp>
      </p:grpSp>
      <p:sp>
        <p:nvSpPr>
          <p:cNvPr id="264" name="Rechteck: abgerundete Ecken 28"/>
          <p:cNvSpPr/>
          <p:nvPr/>
        </p:nvSpPr>
        <p:spPr>
          <a:xfrm>
            <a:off x="1711440" y="1753200"/>
            <a:ext cx="1893960" cy="1395000"/>
          </a:xfrm>
          <a:prstGeom prst="roundRect">
            <a:avLst>
              <a:gd name="adj" fmla="val 16667"/>
            </a:avLst>
          </a:prstGeom>
          <a:solidFill>
            <a:schemeClr val="accent6">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
        <p:nvSpPr>
          <p:cNvPr id="265" name="Rechteck: abgerundete Ecken 32"/>
          <p:cNvSpPr/>
          <p:nvPr/>
        </p:nvSpPr>
        <p:spPr>
          <a:xfrm>
            <a:off x="7967520" y="4900320"/>
            <a:ext cx="95112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Assembly Structure</a:t>
            </a:r>
            <a:endParaRPr lang="de-DE" sz="1200" b="0" u="none" strike="noStrike">
              <a:solidFill>
                <a:srgbClr val="000000"/>
              </a:solidFill>
              <a:effectLst/>
              <a:uFillTx/>
              <a:latin typeface="Arial"/>
            </a:endParaRPr>
          </a:p>
        </p:txBody>
      </p:sp>
      <p:sp>
        <p:nvSpPr>
          <p:cNvPr id="266" name="Rechteck: abgerundete Ecken 33"/>
          <p:cNvSpPr/>
          <p:nvPr/>
        </p:nvSpPr>
        <p:spPr>
          <a:xfrm>
            <a:off x="6726240" y="490032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PartList</a:t>
            </a:r>
            <a:endParaRPr lang="de-DE" sz="1200" b="0" u="none" strike="noStrike">
              <a:solidFill>
                <a:srgbClr val="000000"/>
              </a:solidFill>
              <a:effectLst/>
              <a:uFillTx/>
              <a:latin typeface="Arial"/>
            </a:endParaRPr>
          </a:p>
        </p:txBody>
      </p:sp>
      <p:cxnSp>
        <p:nvCxnSpPr>
          <p:cNvPr id="267" name="Verbinder: gewinkelt 39"/>
          <p:cNvCxnSpPr>
            <a:endCxn id="246" idx="0"/>
          </p:cNvCxnSpPr>
          <p:nvPr/>
        </p:nvCxnSpPr>
        <p:spPr>
          <a:xfrm flipH="1" rot="16200000">
            <a:off x="3686040" y="2287080"/>
            <a:ext cx="896400" cy="1056960"/>
          </a:xfrm>
          <a:prstGeom prst="bentConnector3">
            <a:avLst>
              <a:gd name="adj1" fmla="val 40"/>
            </a:avLst>
          </a:prstGeom>
          <a:ln>
            <a:solidFill>
              <a:srgbClr val="4472c4"/>
            </a:solidFill>
          </a:ln>
        </p:spPr>
      </p:cxnSp>
      <p:sp>
        <p:nvSpPr>
          <p:cNvPr id="268" name="Textfeld 40"/>
          <p:cNvSpPr/>
          <p:nvPr/>
        </p:nvSpPr>
        <p:spPr>
          <a:xfrm>
            <a:off x="4822920" y="2868120"/>
            <a:ext cx="1965600" cy="307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400" b="0" u="none" strike="noStrike">
                <a:solidFill>
                  <a:schemeClr val="dk1"/>
                </a:solidFill>
                <a:effectLst/>
                <a:uFillTx/>
                <a:latin typeface="Arial"/>
              </a:rPr>
              <a:t>Logistics Configuration</a:t>
            </a:r>
            <a:endParaRPr lang="de-DE" sz="1400" b="0" u="none" strike="noStrike">
              <a:solidFill>
                <a:srgbClr val="000000"/>
              </a:solidFill>
              <a:effectLst/>
              <a:uFillTx/>
              <a:latin typeface="Arial"/>
            </a:endParaRPr>
          </a:p>
        </p:txBody>
      </p:sp>
      <p:sp>
        <p:nvSpPr>
          <p:cNvPr id="269" name="Rechteck: abgerundete Ecken 41"/>
          <p:cNvSpPr/>
          <p:nvPr/>
        </p:nvSpPr>
        <p:spPr>
          <a:xfrm>
            <a:off x="4118040" y="4968720"/>
            <a:ext cx="107928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Warehouse Structure</a:t>
            </a:r>
            <a:endParaRPr lang="de-DE" sz="1200" b="0" u="none" strike="noStrike">
              <a:solidFill>
                <a:srgbClr val="000000"/>
              </a:solidFill>
              <a:effectLst/>
              <a:uFillTx/>
              <a:latin typeface="Arial"/>
            </a:endParaRPr>
          </a:p>
        </p:txBody>
      </p:sp>
      <p:cxnSp>
        <p:nvCxnSpPr>
          <p:cNvPr id="270" name="Verbinder: gewinkelt 43"/>
          <p:cNvCxnSpPr>
            <a:stCxn id="269" idx="0"/>
            <a:endCxn id="246" idx="2"/>
          </p:cNvCxnSpPr>
          <p:nvPr/>
        </p:nvCxnSpPr>
        <p:spPr>
          <a:xfrm flipH="1" flipV="1" rot="5400000">
            <a:off x="4458960" y="4765680"/>
            <a:ext cx="402120" cy="5040"/>
          </a:xfrm>
          <a:prstGeom prst="bentConnector3">
            <a:avLst>
              <a:gd name="adj1" fmla="val 49910"/>
            </a:avLst>
          </a:prstGeom>
          <a:ln>
            <a:solidFill>
              <a:srgbClr val="4472c4"/>
            </a:solidFill>
          </a:ln>
        </p:spPr>
      </p:cxnSp>
      <p:cxnSp>
        <p:nvCxnSpPr>
          <p:cNvPr id="271" name="Verbinder: gewinkelt 48"/>
          <p:cNvCxnSpPr>
            <a:endCxn id="266" idx="0"/>
          </p:cNvCxnSpPr>
          <p:nvPr/>
        </p:nvCxnSpPr>
        <p:spPr>
          <a:xfrm flipH="1" rot="16200000">
            <a:off x="5855760" y="3602160"/>
            <a:ext cx="675720" cy="1921320"/>
          </a:xfrm>
          <a:prstGeom prst="bentConnector3">
            <a:avLst>
              <a:gd name="adj1" fmla="val 0"/>
            </a:avLst>
          </a:prstGeom>
          <a:ln>
            <a:solidFill>
              <a:srgbClr val="4472c4"/>
            </a:solidFill>
            <a:tailEnd len="med" type="triangle" w="med"/>
          </a:ln>
        </p:spPr>
      </p:cxnSp>
      <p:cxnSp>
        <p:nvCxnSpPr>
          <p:cNvPr id="272" name="Verbinder: gewinkelt 50"/>
          <p:cNvCxnSpPr>
            <a:endCxn id="265" idx="0"/>
          </p:cNvCxnSpPr>
          <p:nvPr/>
        </p:nvCxnSpPr>
        <p:spPr>
          <a:xfrm flipH="1" rot="16200000">
            <a:off x="6217560" y="2674800"/>
            <a:ext cx="1240920" cy="3210480"/>
          </a:xfrm>
          <a:prstGeom prst="bentConnector3">
            <a:avLst>
              <a:gd name="adj1" fmla="val 0"/>
            </a:avLst>
          </a:prstGeom>
          <a:ln>
            <a:solidFill>
              <a:srgbClr val="4472c4"/>
            </a:solidFill>
            <a:tailEnd len="med" type="triangle" w="med"/>
          </a:ln>
        </p:spPr>
      </p:cxnSp>
      <p:sp>
        <p:nvSpPr>
          <p:cNvPr id="273" name="Rechteck: abgerundete Ecken 52"/>
          <p:cNvSpPr/>
          <p:nvPr/>
        </p:nvSpPr>
        <p:spPr>
          <a:xfrm>
            <a:off x="2002320" y="442836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Delfined Part</a:t>
            </a:r>
            <a:endParaRPr lang="de-DE" sz="1200" b="0" u="none" strike="noStrike">
              <a:solidFill>
                <a:srgbClr val="000000"/>
              </a:solidFill>
              <a:effectLst/>
              <a:uFillTx/>
              <a:latin typeface="Arial"/>
            </a:endParaRPr>
          </a:p>
        </p:txBody>
      </p:sp>
      <p:sp>
        <p:nvSpPr>
          <p:cNvPr id="274" name="Rechteck: abgerundete Ecken 53"/>
          <p:cNvSpPr/>
          <p:nvPr/>
        </p:nvSpPr>
        <p:spPr>
          <a:xfrm>
            <a:off x="1884960" y="433980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Delfined Part</a:t>
            </a:r>
            <a:endParaRPr lang="de-DE" sz="1200" b="0" u="none" strike="noStrike">
              <a:solidFill>
                <a:srgbClr val="000000"/>
              </a:solidFill>
              <a:effectLst/>
              <a:uFillTx/>
              <a:latin typeface="Arial"/>
            </a:endParaRPr>
          </a:p>
        </p:txBody>
      </p:sp>
      <p:sp>
        <p:nvSpPr>
          <p:cNvPr id="275" name="Rechteck: abgerundete Ecken 54"/>
          <p:cNvSpPr/>
          <p:nvPr/>
        </p:nvSpPr>
        <p:spPr>
          <a:xfrm>
            <a:off x="1800720" y="4251240"/>
            <a:ext cx="855000" cy="1068480"/>
          </a:xfrm>
          <a:prstGeom prst="roundRect">
            <a:avLst>
              <a:gd name="adj" fmla="val 16667"/>
            </a:avLst>
          </a:prstGeom>
          <a:solidFill>
            <a:schemeClr val="accent4">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dk1"/>
                </a:solidFill>
                <a:effectLst/>
                <a:uFillTx/>
                <a:latin typeface="Arial"/>
              </a:rPr>
              <a:t>Defined Part</a:t>
            </a:r>
            <a:endParaRPr lang="de-DE" sz="1200" b="0" u="none" strike="noStrike">
              <a:solidFill>
                <a:srgbClr val="000000"/>
              </a:solidFill>
              <a:effectLst/>
              <a:uFillTx/>
              <a:latin typeface="Arial"/>
            </a:endParaRPr>
          </a:p>
        </p:txBody>
      </p:sp>
      <p:cxnSp>
        <p:nvCxnSpPr>
          <p:cNvPr id="276" name="Verbinder: gewinkelt 56"/>
          <p:cNvCxnSpPr>
            <a:stCxn id="275" idx="0"/>
          </p:cNvCxnSpPr>
          <p:nvPr/>
        </p:nvCxnSpPr>
        <p:spPr>
          <a:xfrm flipH="1" flipV="1" rot="5400000">
            <a:off x="2963880" y="3124080"/>
            <a:ext cx="391680" cy="1863360"/>
          </a:xfrm>
          <a:prstGeom prst="bentConnector3">
            <a:avLst>
              <a:gd name="adj1" fmla="val 99908"/>
            </a:avLst>
          </a:prstGeom>
          <a:ln>
            <a:solidFill>
              <a:srgbClr val="4472c4"/>
            </a:solidFill>
            <a:tailEnd len="med" type="triangle" w="med"/>
          </a:ln>
        </p:spPr>
      </p:cxnSp>
      <p:sp>
        <p:nvSpPr>
          <p:cNvPr id="277" name="Rechteck: abgerundete Ecken 11"/>
          <p:cNvSpPr/>
          <p:nvPr/>
        </p:nvSpPr>
        <p:spPr>
          <a:xfrm>
            <a:off x="7749360" y="2161800"/>
            <a:ext cx="929880" cy="45756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800" b="0" u="none" strike="noStrike">
                <a:solidFill>
                  <a:schemeClr val="lt1"/>
                </a:solidFill>
                <a:effectLst/>
                <a:uFillTx/>
                <a:latin typeface="Arial"/>
              </a:rPr>
              <a:t>Order</a:t>
            </a:r>
            <a:endParaRPr lang="de-DE" sz="1800" b="0" u="none" strike="noStrike">
              <a:solidFill>
                <a:srgbClr val="ffffff"/>
              </a:solidFill>
              <a:effectLst/>
              <a:uFillTx/>
              <a:latin typeface="Arial"/>
            </a:endParaRPr>
          </a:p>
        </p:txBody>
      </p:sp>
      <p:sp>
        <p:nvSpPr>
          <p:cNvPr id="278" name="Rechteck: abgerundete Ecken 26"/>
          <p:cNvSpPr/>
          <p:nvPr/>
        </p:nvSpPr>
        <p:spPr>
          <a:xfrm>
            <a:off x="9214920" y="2187720"/>
            <a:ext cx="1105560" cy="40320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lt1"/>
                </a:solidFill>
                <a:effectLst/>
                <a:uFillTx/>
                <a:latin typeface="Arial"/>
              </a:rPr>
              <a:t>Procurement</a:t>
            </a:r>
            <a:endParaRPr lang="de-DE" sz="1200" b="0" u="none" strike="noStrike">
              <a:solidFill>
                <a:srgbClr val="ffffff"/>
              </a:solidFill>
              <a:effectLst/>
              <a:uFillTx/>
              <a:latin typeface="Arial"/>
            </a:endParaRPr>
          </a:p>
        </p:txBody>
      </p:sp>
      <p:sp>
        <p:nvSpPr>
          <p:cNvPr id="279" name="Inhaltsplatzhalter 2"/>
          <p:cNvSpPr/>
          <p:nvPr/>
        </p:nvSpPr>
        <p:spPr>
          <a:xfrm>
            <a:off x="799560" y="1803960"/>
            <a:ext cx="10515240" cy="4350960"/>
          </a:xfrm>
          <a:prstGeom prst="rect">
            <a:avLst/>
          </a:prstGeom>
          <a:noFill/>
          <a:ln w="0">
            <a:noFill/>
          </a:ln>
        </p:spPr>
        <p:style>
          <a:lnRef idx="0"/>
          <a:fillRef idx="0"/>
          <a:effectRef idx="0"/>
          <a:fontRef idx="minor"/>
        </p:style>
        <p:txBody>
          <a:bodyPr anchor="t">
            <a:normAutofit/>
          </a:bodyPr>
          <a:p>
            <a:pPr defTabSz="914400">
              <a:lnSpc>
                <a:spcPct val="90000"/>
              </a:lnSpc>
              <a:spcBef>
                <a:spcPts val="1001"/>
              </a:spcBef>
            </a:pPr>
            <a:endParaRPr lang="de-DE" sz="2800" b="0" u="none" strike="noStrike">
              <a:solidFill>
                <a:schemeClr val="dk1"/>
              </a:solidFill>
              <a:effectLst/>
              <a:uFillTx/>
              <a:latin typeface="Arial"/>
            </a:endParaRPr>
          </a:p>
        </p:txBody>
      </p:sp>
      <p:sp>
        <p:nvSpPr>
          <p:cNvPr id="280" name="Rechteck: abgerundete Ecken 29"/>
          <p:cNvSpPr/>
          <p:nvPr/>
        </p:nvSpPr>
        <p:spPr>
          <a:xfrm>
            <a:off x="9214920" y="3221640"/>
            <a:ext cx="1105560" cy="40320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lt1"/>
                </a:solidFill>
                <a:effectLst/>
                <a:uFillTx/>
                <a:latin typeface="Arial"/>
              </a:rPr>
              <a:t>Assembly</a:t>
            </a:r>
            <a:endParaRPr lang="de-DE" sz="1200" b="0" u="none" strike="noStrike">
              <a:solidFill>
                <a:srgbClr val="ffffff"/>
              </a:solidFill>
              <a:effectLst/>
              <a:uFillTx/>
              <a:latin typeface="Arial"/>
            </a:endParaRPr>
          </a:p>
        </p:txBody>
      </p:sp>
      <p:sp>
        <p:nvSpPr>
          <p:cNvPr id="281" name="Rechteck: abgerundete Ecken 31"/>
          <p:cNvSpPr/>
          <p:nvPr/>
        </p:nvSpPr>
        <p:spPr>
          <a:xfrm>
            <a:off x="9214920" y="2714400"/>
            <a:ext cx="1105560" cy="40320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lt1"/>
                </a:solidFill>
                <a:effectLst/>
                <a:uFillTx/>
                <a:latin typeface="Arial"/>
              </a:rPr>
              <a:t>Shipping</a:t>
            </a:r>
            <a:endParaRPr lang="de-DE" sz="1200" b="0" u="none" strike="noStrike">
              <a:solidFill>
                <a:srgbClr val="ffffff"/>
              </a:solidFill>
              <a:effectLst/>
              <a:uFillTx/>
              <a:latin typeface="Arial"/>
            </a:endParaRPr>
          </a:p>
        </p:txBody>
      </p:sp>
      <p:sp>
        <p:nvSpPr>
          <p:cNvPr id="282" name="Rechteck: abgerundete Ecken 34"/>
          <p:cNvSpPr/>
          <p:nvPr/>
        </p:nvSpPr>
        <p:spPr>
          <a:xfrm>
            <a:off x="9214920" y="3755160"/>
            <a:ext cx="1105560" cy="40320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200" b="0" u="none" strike="noStrike">
                <a:solidFill>
                  <a:schemeClr val="lt1"/>
                </a:solidFill>
                <a:effectLst/>
                <a:uFillTx/>
                <a:latin typeface="Arial"/>
              </a:rPr>
              <a:t>Production</a:t>
            </a:r>
            <a:endParaRPr lang="de-DE" sz="1200" b="0" u="none" strike="noStrike">
              <a:solidFill>
                <a:srgbClr val="ffffff"/>
              </a:solidFill>
              <a:effectLst/>
              <a:uFillTx/>
              <a:latin typeface="Arial"/>
            </a:endParaRPr>
          </a:p>
        </p:txBody>
      </p:sp>
      <p:cxnSp>
        <p:nvCxnSpPr>
          <p:cNvPr id="283" name="Gerader Verbinder 36"/>
          <p:cNvCxnSpPr>
            <a:stCxn id="277" idx="3"/>
            <a:endCxn id="278" idx="1"/>
          </p:cNvCxnSpPr>
          <p:nvPr/>
        </p:nvCxnSpPr>
        <p:spPr>
          <a:xfrm flipV="1">
            <a:off x="8679240" y="2389320"/>
            <a:ext cx="536040" cy="1800"/>
          </a:xfrm>
          <a:prstGeom prst="straightConnector1">
            <a:avLst/>
          </a:prstGeom>
          <a:ln>
            <a:solidFill>
              <a:srgbClr val="4472c4"/>
            </a:solidFill>
          </a:ln>
        </p:spPr>
      </p:cxnSp>
      <p:cxnSp>
        <p:nvCxnSpPr>
          <p:cNvPr id="284" name="Gerader Verbinder 42"/>
          <p:cNvCxnSpPr/>
          <p:nvPr/>
        </p:nvCxnSpPr>
        <p:spPr>
          <a:xfrm>
            <a:off x="8885160" y="2397960"/>
            <a:ext cx="360" cy="1584720"/>
          </a:xfrm>
          <a:prstGeom prst="straightConnector1">
            <a:avLst/>
          </a:prstGeom>
          <a:ln>
            <a:solidFill>
              <a:srgbClr val="4472c4"/>
            </a:solidFill>
          </a:ln>
        </p:spPr>
      </p:cxnSp>
      <p:cxnSp>
        <p:nvCxnSpPr>
          <p:cNvPr id="285" name="Gerader Verbinder 45"/>
          <p:cNvCxnSpPr>
            <a:stCxn id="282" idx="1"/>
          </p:cNvCxnSpPr>
          <p:nvPr/>
        </p:nvCxnSpPr>
        <p:spPr>
          <a:xfrm flipH="1">
            <a:off x="8885160" y="3956760"/>
            <a:ext cx="330120" cy="360"/>
          </a:xfrm>
          <a:prstGeom prst="straightConnector1">
            <a:avLst/>
          </a:prstGeom>
          <a:ln>
            <a:solidFill>
              <a:srgbClr val="4472c4"/>
            </a:solidFill>
          </a:ln>
        </p:spPr>
      </p:cxnSp>
      <p:cxnSp>
        <p:nvCxnSpPr>
          <p:cNvPr id="286" name="Gerader Verbinder 46"/>
          <p:cNvCxnSpPr/>
          <p:nvPr/>
        </p:nvCxnSpPr>
        <p:spPr>
          <a:xfrm flipH="1">
            <a:off x="8885160" y="3423240"/>
            <a:ext cx="330120" cy="360"/>
          </a:xfrm>
          <a:prstGeom prst="straightConnector1">
            <a:avLst/>
          </a:prstGeom>
          <a:ln>
            <a:solidFill>
              <a:srgbClr val="4472c4"/>
            </a:solidFill>
          </a:ln>
        </p:spPr>
      </p:cxnSp>
      <p:cxnSp>
        <p:nvCxnSpPr>
          <p:cNvPr id="287" name="Gerader Verbinder 47"/>
          <p:cNvCxnSpPr/>
          <p:nvPr/>
        </p:nvCxnSpPr>
        <p:spPr>
          <a:xfrm flipH="1">
            <a:off x="8861400" y="2954160"/>
            <a:ext cx="330120" cy="360"/>
          </a:xfrm>
          <a:prstGeom prst="straightConnector1">
            <a:avLst/>
          </a:prstGeom>
          <a:ln>
            <a:solidFill>
              <a:srgbClr val="4472c4"/>
            </a:solidFill>
          </a:ln>
        </p:spPr>
      </p:cxnSp>
      <p:sp>
        <p:nvSpPr>
          <p:cNvPr id="288" name="Rechteck: abgerundete Ecken 49"/>
          <p:cNvSpPr/>
          <p:nvPr/>
        </p:nvSpPr>
        <p:spPr>
          <a:xfrm>
            <a:off x="5299200" y="1995120"/>
            <a:ext cx="1593360" cy="686160"/>
          </a:xfrm>
          <a:prstGeom prst="roundRect">
            <a:avLst>
              <a:gd name="adj" fmla="val 16667"/>
            </a:avLst>
          </a:prstGeom>
          <a:solidFill>
            <a:srgbClr val="a5a5a5"/>
          </a:solidFill>
          <a:ln>
            <a:solidFill>
              <a:srgbClr val="484848"/>
            </a:solidFill>
          </a:ln>
        </p:spPr>
        <p:style>
          <a:lnRef idx="2">
            <a:schemeClr val="accent3">
              <a:shade val="15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r>
              <a:rPr lang="de-DE" sz="1200" b="0" u="none" strike="noStrike">
                <a:solidFill>
                  <a:schemeClr val="lt1"/>
                </a:solidFill>
                <a:effectLst/>
                <a:uFillTx/>
                <a:latin typeface="Arial"/>
              </a:rPr>
              <a:t>Configuration</a:t>
            </a:r>
            <a:endParaRPr lang="de-DE" sz="1200" b="0" u="none" strike="noStrike">
              <a:solidFill>
                <a:srgbClr val="000000"/>
              </a:solidFill>
              <a:effectLst/>
              <a:uFillTx/>
              <a:latin typeface="Arial"/>
            </a:endParaRPr>
          </a:p>
          <a:p>
            <a:pPr algn="ctr" defTabSz="914400">
              <a:lnSpc>
                <a:spcPct val="100000"/>
              </a:lnSpc>
            </a:pPr>
            <a:r>
              <a:rPr lang="de-DE" sz="1200" b="0" u="none" strike="noStrike">
                <a:solidFill>
                  <a:schemeClr val="lt1"/>
                </a:solidFill>
                <a:effectLst/>
                <a:uFillTx/>
                <a:latin typeface="Arial"/>
              </a:rPr>
              <a:t>Assembly</a:t>
            </a:r>
            <a:endParaRPr lang="de-DE" sz="1200" b="0" u="none" strike="noStrike">
              <a:solidFill>
                <a:srgbClr val="000000"/>
              </a:solidFill>
              <a:effectLst/>
              <a:uFillTx/>
              <a:latin typeface="Arial"/>
            </a:endParaRPr>
          </a:p>
        </p:txBody>
      </p:sp>
      <p:sp>
        <p:nvSpPr>
          <p:cNvPr id="289" name="Pfeil: nach rechts 57"/>
          <p:cNvSpPr/>
          <p:nvPr/>
        </p:nvSpPr>
        <p:spPr>
          <a:xfrm>
            <a:off x="7130160" y="2316960"/>
            <a:ext cx="595080" cy="19332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pic>
        <p:nvPicPr>
          <p:cNvPr id="290" name="Picture 5"/>
          <p:cNvPicPr/>
          <p:nvPr/>
        </p:nvPicPr>
        <p:blipFill>
          <a:blip r:embed="rId1"/>
          <a:stretch/>
        </p:blipFill>
        <p:spPr>
          <a:xfrm>
            <a:off x="1859400" y="1861200"/>
            <a:ext cx="1599840" cy="100656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 Structure</a:t>
            </a:r>
            <a:endParaRPr lang="es-ES" sz="3000" b="0" u="none" strike="noStrike">
              <a:solidFill>
                <a:schemeClr val="dk1"/>
              </a:solidFill>
              <a:effectLst/>
              <a:uFillTx/>
              <a:latin typeface="Arial"/>
            </a:endParaRPr>
          </a:p>
        </p:txBody>
      </p:sp>
      <p:sp>
        <p:nvSpPr>
          <p:cNvPr id="292" name="PlaceHolder 2"/>
          <p:cNvSpPr>
            <a:spLocks noGrp="1"/>
          </p:cNvSpPr>
          <p:nvPr>
            <p:ph/>
          </p:nvPr>
        </p:nvSpPr>
        <p:spPr>
          <a:xfrm>
            <a:off x="838080" y="1825560"/>
            <a:ext cx="3517560" cy="4350960"/>
          </a:xfrm>
          <a:prstGeom prst="rect">
            <a:avLst/>
          </a:prstGeom>
          <a:noFill/>
          <a:ln w="0">
            <a:noFill/>
          </a:ln>
        </p:spPr>
        <p:txBody>
          <a:bodyPr lIns="90000" rIns="90000" tIns="45000" bIns="45000" anchor="t">
            <a:normAutofit/>
          </a:bodyPr>
          <a:p>
            <a:pPr marL="228600" indent="-228600"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Configuration Tree</a:t>
            </a:r>
            <a:endParaRPr lang="es-ES" sz="1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1600" b="0" u="none" strike="noStrike">
                <a:solidFill>
                  <a:schemeClr val="dk1"/>
                </a:solidFill>
                <a:effectLst/>
                <a:uFillTx/>
                <a:latin typeface="Arial"/>
              </a:rPr>
              <a:t>Assembly</a:t>
            </a:r>
            <a:endParaRPr lang="es-ES" sz="1600" b="0" u="none" strike="noStrike">
              <a:solidFill>
                <a:schemeClr val="dk1"/>
              </a:solidFill>
              <a:effectLst/>
              <a:uFillTx/>
              <a:latin typeface="Arial"/>
            </a:endParaRPr>
          </a:p>
          <a:p>
            <a:pPr marL="1143000" lvl="2" indent="-228600" defTabSz="914400">
              <a:lnSpc>
                <a:spcPct val="90000"/>
              </a:lnSpc>
              <a:spcBef>
                <a:spcPts val="499"/>
              </a:spcBef>
              <a:buClr>
                <a:srgbClr val="000000"/>
              </a:buClr>
              <a:buFont typeface="Arial"/>
              <a:buChar char="•"/>
            </a:pPr>
            <a:r>
              <a:rPr lang="de-DE" sz="1400" b="0" u="none" strike="noStrike">
                <a:solidFill>
                  <a:schemeClr val="dk1"/>
                </a:solidFill>
                <a:effectLst/>
                <a:uFillTx/>
                <a:latin typeface="Arial"/>
              </a:rPr>
              <a:t>Warehouse</a:t>
            </a:r>
            <a:endParaRPr lang="es-ES" sz="1400" b="0" u="none" strike="noStrike">
              <a:solidFill>
                <a:schemeClr val="dk1"/>
              </a:solidFill>
              <a:effectLst/>
              <a:uFillTx/>
              <a:latin typeface="Arial"/>
            </a:endParaRPr>
          </a:p>
          <a:p>
            <a:pPr marL="1600200" lvl="3" indent="-228600" defTabSz="914400">
              <a:lnSpc>
                <a:spcPct val="90000"/>
              </a:lnSpc>
              <a:spcBef>
                <a:spcPts val="499"/>
              </a:spcBef>
              <a:buClr>
                <a:srgbClr val="000000"/>
              </a:buClr>
              <a:buFont typeface="Arial"/>
              <a:buChar char="•"/>
            </a:pPr>
            <a:r>
              <a:rPr lang="de-DE" sz="1200" b="0" u="none" strike="noStrike">
                <a:solidFill>
                  <a:schemeClr val="dk1"/>
                </a:solidFill>
                <a:effectLst/>
                <a:uFillTx/>
                <a:latin typeface="Arial"/>
              </a:rPr>
              <a:t>Package</a:t>
            </a:r>
            <a:endParaRPr lang="es-ES" sz="1200" b="0" u="none" strike="noStrike">
              <a:solidFill>
                <a:schemeClr val="dk1"/>
              </a:solidFill>
              <a:effectLst/>
              <a:uFillTx/>
              <a:latin typeface="Arial"/>
            </a:endParaRPr>
          </a:p>
          <a:p>
            <a:pPr marL="2057400" lvl="4" indent="-228600" defTabSz="914400">
              <a:lnSpc>
                <a:spcPct val="90000"/>
              </a:lnSpc>
              <a:spcBef>
                <a:spcPts val="499"/>
              </a:spcBef>
              <a:buClr>
                <a:srgbClr val="000000"/>
              </a:buClr>
              <a:buFont typeface="Arial"/>
              <a:buChar char="•"/>
            </a:pPr>
            <a:r>
              <a:rPr lang="de-DE" sz="1200" b="0" u="none" strike="noStrike">
                <a:solidFill>
                  <a:schemeClr val="dk1"/>
                </a:solidFill>
                <a:effectLst/>
                <a:uFillTx/>
                <a:latin typeface="Arial"/>
              </a:rPr>
              <a:t>Assembly</a:t>
            </a:r>
            <a:endParaRPr lang="es-ES" sz="1200" b="0" u="none" strike="noStrike">
              <a:solidFill>
                <a:schemeClr val="dk1"/>
              </a:solidFill>
              <a:effectLst/>
              <a:uFillTx/>
              <a:latin typeface="Arial"/>
            </a:endParaRPr>
          </a:p>
          <a:p>
            <a:pPr marL="2057400" lvl="4" indent="-228600" defTabSz="914400">
              <a:lnSpc>
                <a:spcPct val="90000"/>
              </a:lnSpc>
              <a:spcBef>
                <a:spcPts val="499"/>
              </a:spcBef>
              <a:buClr>
                <a:srgbClr val="000000"/>
              </a:buClr>
              <a:buFont typeface="Arial"/>
              <a:buChar char="•"/>
            </a:pPr>
            <a:r>
              <a:rPr lang="de-DE" sz="1200" b="0" u="none" strike="noStrike">
                <a:solidFill>
                  <a:schemeClr val="dk1"/>
                </a:solidFill>
                <a:effectLst/>
                <a:uFillTx/>
                <a:latin typeface="Arial"/>
              </a:rPr>
              <a:t>Assembly</a:t>
            </a:r>
            <a:endParaRPr lang="es-ES" sz="1200" b="0" u="none" strike="noStrike">
              <a:solidFill>
                <a:schemeClr val="dk1"/>
              </a:solidFill>
              <a:effectLst/>
              <a:uFillTx/>
              <a:latin typeface="Arial"/>
            </a:endParaRPr>
          </a:p>
          <a:p>
            <a:pPr indent="0" defTabSz="914400">
              <a:lnSpc>
                <a:spcPct val="90000"/>
              </a:lnSpc>
              <a:spcBef>
                <a:spcPts val="499"/>
              </a:spcBef>
              <a:buNone/>
            </a:pPr>
            <a:endParaRPr lang="es-ES" sz="1200" b="0" u="none" strike="noStrike">
              <a:solidFill>
                <a:schemeClr val="dk1"/>
              </a:solidFill>
              <a:effectLst/>
              <a:uFillTx/>
              <a:latin typeface="Arial"/>
            </a:endParaRPr>
          </a:p>
          <a:p>
            <a:pPr marL="1143000" lvl="2" indent="-228600" defTabSz="914400">
              <a:lnSpc>
                <a:spcPct val="90000"/>
              </a:lnSpc>
              <a:spcBef>
                <a:spcPts val="499"/>
              </a:spcBef>
              <a:buClr>
                <a:srgbClr val="000000"/>
              </a:buClr>
              <a:buFont typeface="Arial"/>
              <a:buChar char="•"/>
            </a:pPr>
            <a:r>
              <a:rPr lang="de-DE" sz="1400" b="0" u="none" strike="noStrike">
                <a:solidFill>
                  <a:schemeClr val="dk1"/>
                </a:solidFill>
                <a:effectLst/>
                <a:uFillTx/>
                <a:latin typeface="Arial"/>
              </a:rPr>
              <a:t>SubSystem</a:t>
            </a:r>
            <a:endParaRPr lang="es-ES" sz="1400" b="0" u="none" strike="noStrike">
              <a:solidFill>
                <a:schemeClr val="dk1"/>
              </a:solidFill>
              <a:effectLst/>
              <a:uFillTx/>
              <a:latin typeface="Arial"/>
            </a:endParaRPr>
          </a:p>
          <a:p>
            <a:pPr marL="1600200" lvl="3" indent="-228600" defTabSz="914400">
              <a:lnSpc>
                <a:spcPct val="90000"/>
              </a:lnSpc>
              <a:spcBef>
                <a:spcPts val="499"/>
              </a:spcBef>
              <a:buClr>
                <a:srgbClr val="000000"/>
              </a:buClr>
              <a:buFont typeface="Arial"/>
              <a:buChar char="•"/>
            </a:pPr>
            <a:r>
              <a:rPr lang="de-DE" sz="1200" b="0" u="none" strike="noStrike">
                <a:solidFill>
                  <a:schemeClr val="dk1"/>
                </a:solidFill>
                <a:effectLst/>
                <a:uFillTx/>
                <a:latin typeface="Arial"/>
              </a:rPr>
              <a:t>Component A</a:t>
            </a:r>
            <a:endParaRPr lang="es-ES" sz="1200" b="0" u="none" strike="noStrike">
              <a:solidFill>
                <a:schemeClr val="dk1"/>
              </a:solidFill>
              <a:effectLst/>
              <a:uFillTx/>
              <a:latin typeface="Arial"/>
            </a:endParaRPr>
          </a:p>
          <a:p>
            <a:pPr marL="2057400" lvl="4" indent="-228600" defTabSz="914400">
              <a:lnSpc>
                <a:spcPct val="90000"/>
              </a:lnSpc>
              <a:spcBef>
                <a:spcPts val="499"/>
              </a:spcBef>
              <a:buClr>
                <a:srgbClr val="000000"/>
              </a:buClr>
              <a:buFont typeface="Arial"/>
              <a:buChar char="•"/>
            </a:pPr>
            <a:r>
              <a:rPr lang="de-DE" sz="1200" b="0" u="none" strike="noStrike">
                <a:solidFill>
                  <a:schemeClr val="dk1"/>
                </a:solidFill>
                <a:effectLst/>
                <a:uFillTx/>
                <a:latin typeface="Arial"/>
              </a:rPr>
              <a:t>Part 1</a:t>
            </a:r>
            <a:endParaRPr lang="es-ES" sz="1200" b="0" u="none" strike="noStrike">
              <a:solidFill>
                <a:schemeClr val="dk1"/>
              </a:solidFill>
              <a:effectLst/>
              <a:uFillTx/>
              <a:latin typeface="Arial"/>
            </a:endParaRPr>
          </a:p>
          <a:p>
            <a:pPr marL="2057400" lvl="4" indent="-228600" defTabSz="914400">
              <a:lnSpc>
                <a:spcPct val="90000"/>
              </a:lnSpc>
              <a:spcBef>
                <a:spcPts val="499"/>
              </a:spcBef>
              <a:buClr>
                <a:srgbClr val="000000"/>
              </a:buClr>
              <a:buFont typeface="Arial"/>
              <a:buChar char="•"/>
            </a:pPr>
            <a:r>
              <a:rPr lang="de-DE" sz="1200" b="0" u="none" strike="noStrike">
                <a:solidFill>
                  <a:schemeClr val="dk1"/>
                </a:solidFill>
                <a:effectLst/>
                <a:uFillTx/>
                <a:latin typeface="Arial"/>
              </a:rPr>
              <a:t>Part 2</a:t>
            </a:r>
            <a:endParaRPr lang="es-ES" sz="1200" b="0" u="none" strike="noStrike">
              <a:solidFill>
                <a:schemeClr val="dk1"/>
              </a:solidFill>
              <a:effectLst/>
              <a:uFillTx/>
              <a:latin typeface="Arial"/>
            </a:endParaRPr>
          </a:p>
          <a:p>
            <a:pPr marL="2057400" lvl="4" indent="-228600" defTabSz="914400">
              <a:lnSpc>
                <a:spcPct val="90000"/>
              </a:lnSpc>
              <a:spcBef>
                <a:spcPts val="499"/>
              </a:spcBef>
              <a:buClr>
                <a:srgbClr val="000000"/>
              </a:buClr>
              <a:buFont typeface="Arial"/>
              <a:buChar char="•"/>
            </a:pPr>
            <a:r>
              <a:rPr lang="de-DE" sz="1200" b="0" u="none" strike="noStrike">
                <a:solidFill>
                  <a:schemeClr val="dk1"/>
                </a:solidFill>
                <a:effectLst/>
                <a:uFillTx/>
                <a:latin typeface="Arial"/>
              </a:rPr>
              <a:t>…</a:t>
            </a:r>
            <a:endParaRPr lang="es-ES" sz="1200" b="0" u="none" strike="noStrike">
              <a:solidFill>
                <a:schemeClr val="dk1"/>
              </a:solidFill>
              <a:effectLst/>
              <a:uFillTx/>
              <a:latin typeface="Arial"/>
            </a:endParaRPr>
          </a:p>
          <a:p>
            <a:pPr marL="1600200" lvl="3" indent="-228600" defTabSz="914400">
              <a:lnSpc>
                <a:spcPct val="90000"/>
              </a:lnSpc>
              <a:spcBef>
                <a:spcPts val="499"/>
              </a:spcBef>
              <a:buClr>
                <a:srgbClr val="000000"/>
              </a:buClr>
              <a:buFont typeface="Arial"/>
              <a:buChar char="•"/>
            </a:pPr>
            <a:r>
              <a:rPr lang="de-DE" sz="1200" b="0" u="none" strike="noStrike">
                <a:solidFill>
                  <a:schemeClr val="dk1"/>
                </a:solidFill>
                <a:effectLst/>
                <a:uFillTx/>
                <a:latin typeface="Arial"/>
              </a:rPr>
              <a:t>Component B</a:t>
            </a:r>
            <a:endParaRPr lang="es-ES" sz="1200" b="0" u="none" strike="noStrike">
              <a:solidFill>
                <a:schemeClr val="dk1"/>
              </a:solidFill>
              <a:effectLst/>
              <a:uFillTx/>
              <a:latin typeface="Arial"/>
            </a:endParaRPr>
          </a:p>
          <a:p>
            <a:pPr marL="2057400" lvl="4" indent="-228600" defTabSz="914400">
              <a:lnSpc>
                <a:spcPct val="90000"/>
              </a:lnSpc>
              <a:spcBef>
                <a:spcPts val="499"/>
              </a:spcBef>
              <a:buClr>
                <a:srgbClr val="000000"/>
              </a:buClr>
              <a:buFont typeface="Arial"/>
              <a:buChar char="•"/>
            </a:pPr>
            <a:r>
              <a:rPr lang="de-DE" sz="1200" b="0" u="none" strike="noStrike">
                <a:solidFill>
                  <a:schemeClr val="dk1"/>
                </a:solidFill>
                <a:effectLst/>
                <a:uFillTx/>
                <a:latin typeface="Arial"/>
              </a:rPr>
              <a:t>Part1</a:t>
            </a:r>
            <a:endParaRPr lang="es-ES" sz="1200" b="0" u="none" strike="noStrike">
              <a:solidFill>
                <a:schemeClr val="dk1"/>
              </a:solidFill>
              <a:effectLst/>
              <a:uFillTx/>
              <a:latin typeface="Arial"/>
            </a:endParaRPr>
          </a:p>
          <a:p>
            <a:pPr marL="2057400" lvl="4" indent="-228600" defTabSz="914400">
              <a:lnSpc>
                <a:spcPct val="90000"/>
              </a:lnSpc>
              <a:spcBef>
                <a:spcPts val="499"/>
              </a:spcBef>
              <a:buClr>
                <a:srgbClr val="000000"/>
              </a:buClr>
              <a:buFont typeface="Arial"/>
              <a:buChar char="•"/>
            </a:pPr>
            <a:r>
              <a:rPr lang="de-DE" sz="1200" b="0" u="none" strike="noStrike">
                <a:solidFill>
                  <a:schemeClr val="dk1"/>
                </a:solidFill>
                <a:effectLst/>
                <a:uFillTx/>
                <a:latin typeface="Arial"/>
              </a:rPr>
              <a:t>Part 2</a:t>
            </a:r>
            <a:endParaRPr lang="es-ES" sz="1200" b="0" u="none" strike="noStrike">
              <a:solidFill>
                <a:schemeClr val="dk1"/>
              </a:solidFill>
              <a:effectLst/>
              <a:uFillTx/>
              <a:latin typeface="Arial"/>
            </a:endParaRPr>
          </a:p>
          <a:p>
            <a:pPr indent="0" defTabSz="914400">
              <a:lnSpc>
                <a:spcPct val="90000"/>
              </a:lnSpc>
              <a:spcBef>
                <a:spcPts val="499"/>
              </a:spcBef>
              <a:buNone/>
            </a:pPr>
            <a:endParaRPr lang="es-ES" sz="2400" b="0" u="none" strike="noStrike">
              <a:solidFill>
                <a:schemeClr val="dk1"/>
              </a:solidFill>
              <a:effectLst/>
              <a:uFillTx/>
              <a:latin typeface="Arial"/>
            </a:endParaRPr>
          </a:p>
          <a:p>
            <a:pPr indent="0" defTabSz="914400">
              <a:lnSpc>
                <a:spcPct val="90000"/>
              </a:lnSpc>
              <a:spcBef>
                <a:spcPts val="499"/>
              </a:spcBef>
              <a:buNone/>
            </a:pPr>
            <a:endParaRPr lang="es-ES" sz="2400" b="0" u="none" strike="noStrike">
              <a:solidFill>
                <a:schemeClr val="dk1"/>
              </a:solidFill>
              <a:effectLst/>
              <a:uFillTx/>
              <a:latin typeface="Arial"/>
            </a:endParaRPr>
          </a:p>
          <a:p>
            <a:pPr indent="0" defTabSz="914400">
              <a:lnSpc>
                <a:spcPct val="90000"/>
              </a:lnSpc>
              <a:spcBef>
                <a:spcPts val="499"/>
              </a:spcBef>
              <a:buNone/>
            </a:pPr>
            <a:endParaRPr lang="es-ES" sz="2400" b="0" u="none" strike="noStrike">
              <a:solidFill>
                <a:schemeClr val="dk1"/>
              </a:solidFill>
              <a:effectLst/>
              <a:uFillTx/>
              <a:latin typeface="Arial"/>
            </a:endParaRPr>
          </a:p>
        </p:txBody>
      </p:sp>
      <p:sp>
        <p:nvSpPr>
          <p:cNvPr id="293" name="Inhaltsplatzhalter 2"/>
          <p:cNvSpPr/>
          <p:nvPr/>
        </p:nvSpPr>
        <p:spPr>
          <a:xfrm>
            <a:off x="4491000" y="1825560"/>
            <a:ext cx="7119000" cy="4350960"/>
          </a:xfrm>
          <a:prstGeom prst="rect">
            <a:avLst/>
          </a:prstGeom>
          <a:noFill/>
          <a:ln w="0">
            <a:noFill/>
          </a:ln>
        </p:spPr>
        <p:style>
          <a:lnRef idx="0"/>
          <a:fillRef idx="0"/>
          <a:effectRef idx="0"/>
          <a:fontRef idx="minor"/>
        </p:style>
        <p:txBody>
          <a:bodyPr anchor="t">
            <a:normAutofit/>
          </a:bodyPr>
          <a:p>
            <a:pPr defTabSz="914400">
              <a:lnSpc>
                <a:spcPct val="90000"/>
              </a:lnSpc>
              <a:spcBef>
                <a:spcPts val="499"/>
              </a:spcBef>
            </a:pPr>
            <a:endParaRPr lang="de-DE" sz="1600" b="0" u="none" strike="noStrike">
              <a:solidFill>
                <a:srgbClr val="000000"/>
              </a:solidFill>
              <a:effectLst/>
              <a:uFillTx/>
              <a:latin typeface="Arial"/>
            </a:endParaRPr>
          </a:p>
          <a:p>
            <a:pPr marL="457200" defTabSz="914400">
              <a:lnSpc>
                <a:spcPct val="90000"/>
              </a:lnSpc>
              <a:spcBef>
                <a:spcPts val="499"/>
              </a:spcBef>
              <a:tabLst>
                <a:tab algn="l" pos="0"/>
              </a:tabLst>
            </a:pPr>
            <a:r>
              <a:rPr lang="en-US" sz="1200" b="0" u="none" strike="noStrike">
                <a:solidFill>
                  <a:schemeClr val="dk1"/>
                </a:solidFill>
                <a:effectLst/>
                <a:uFillTx/>
                <a:latin typeface="Arial"/>
              </a:rPr>
              <a:t>Assembly: </a:t>
            </a:r>
            <a:r>
              <a:rPr lang="en-US" sz="1200" b="0" u="none" strike="noStrike">
                <a:solidFill>
                  <a:schemeClr val="dk1"/>
                </a:solidFill>
                <a:effectLst/>
                <a:uFillTx/>
                <a:latin typeface="Arial"/>
              </a:rPr>
              <a:t>	</a:t>
            </a:r>
            <a:r>
              <a:rPr lang="en-US" sz="1200" b="0" u="none" strike="noStrike">
                <a:solidFill>
                  <a:schemeClr val="dk1"/>
                </a:solidFill>
                <a:effectLst/>
                <a:uFillTx/>
                <a:latin typeface="Arial"/>
              </a:rPr>
              <a:t>Quantity of unassembled parts </a:t>
            </a:r>
            <a:endParaRPr lang="de-DE" sz="1200" b="0" u="none" strike="noStrike">
              <a:solidFill>
                <a:srgbClr val="000000"/>
              </a:solidFill>
              <a:effectLst/>
              <a:uFillTx/>
              <a:latin typeface="Arial"/>
            </a:endParaRPr>
          </a:p>
          <a:p>
            <a:pPr marL="457200" defTabSz="914400">
              <a:lnSpc>
                <a:spcPct val="90000"/>
              </a:lnSpc>
              <a:spcBef>
                <a:spcPts val="499"/>
              </a:spcBef>
              <a:tabLst>
                <a:tab algn="l" pos="0"/>
              </a:tabLst>
            </a:pPr>
            <a:r>
              <a:rPr lang="en-US" sz="1200" b="0" u="none" strike="noStrike">
                <a:solidFill>
                  <a:schemeClr val="dk1"/>
                </a:solidFill>
                <a:effectLst/>
                <a:uFillTx/>
                <a:latin typeface="Arial"/>
              </a:rPr>
              <a:t>Warehouse: </a:t>
            </a:r>
            <a:r>
              <a:rPr lang="en-US" sz="1200" b="0" u="none" strike="noStrike">
                <a:solidFill>
                  <a:schemeClr val="dk1"/>
                </a:solidFill>
                <a:effectLst/>
                <a:uFillTx/>
                <a:latin typeface="Arial"/>
              </a:rPr>
              <a:t>	</a:t>
            </a:r>
            <a:r>
              <a:rPr lang="en-US" sz="1200" b="0" u="none" strike="noStrike">
                <a:solidFill>
                  <a:schemeClr val="dk1"/>
                </a:solidFill>
                <a:effectLst/>
                <a:uFillTx/>
                <a:latin typeface="Arial"/>
              </a:rPr>
              <a:t>A Location where assemblies are stored</a:t>
            </a:r>
            <a:endParaRPr lang="de-DE" sz="1200" b="0" u="none" strike="noStrike">
              <a:solidFill>
                <a:srgbClr val="000000"/>
              </a:solidFill>
              <a:effectLst/>
              <a:uFillTx/>
              <a:latin typeface="Arial"/>
            </a:endParaRPr>
          </a:p>
          <a:p>
            <a:pPr marL="457200" defTabSz="914400">
              <a:lnSpc>
                <a:spcPct val="90000"/>
              </a:lnSpc>
              <a:spcBef>
                <a:spcPts val="499"/>
              </a:spcBef>
              <a:tabLst>
                <a:tab algn="l" pos="0"/>
              </a:tabLst>
            </a:pPr>
            <a:r>
              <a:rPr lang="en-US" sz="1200" b="0" u="none" strike="noStrike">
                <a:solidFill>
                  <a:schemeClr val="dk1"/>
                </a:solidFill>
                <a:effectLst/>
                <a:uFillTx/>
                <a:latin typeface="Arial"/>
              </a:rPr>
              <a:t>Package: </a:t>
            </a:r>
            <a:r>
              <a:rPr lang="en-US" sz="1200" b="0" u="none" strike="noStrike">
                <a:solidFill>
                  <a:schemeClr val="dk1"/>
                </a:solidFill>
                <a:effectLst/>
                <a:uFillTx/>
                <a:latin typeface="Arial"/>
              </a:rPr>
              <a:t>	</a:t>
            </a:r>
            <a:r>
              <a:rPr lang="en-US" sz="1200" b="0" u="none" strike="noStrike">
                <a:solidFill>
                  <a:schemeClr val="dk1"/>
                </a:solidFill>
                <a:effectLst/>
                <a:uFillTx/>
                <a:latin typeface="Arial"/>
              </a:rPr>
              <a:t>A bundle of  Assembly's or Parts</a:t>
            </a:r>
            <a:endParaRPr lang="de-DE" sz="1200" b="0" u="none" strike="noStrike">
              <a:solidFill>
                <a:srgbClr val="000000"/>
              </a:solidFill>
              <a:effectLst/>
              <a:uFillTx/>
              <a:latin typeface="Arial"/>
            </a:endParaRPr>
          </a:p>
          <a:p>
            <a:pPr marL="457200" defTabSz="914400">
              <a:lnSpc>
                <a:spcPct val="90000"/>
              </a:lnSpc>
              <a:spcBef>
                <a:spcPts val="499"/>
              </a:spcBef>
              <a:tabLst>
                <a:tab algn="l" pos="0"/>
              </a:tabLst>
            </a:pPr>
            <a:r>
              <a:rPr lang="en-US" sz="1200" b="0" u="none" strike="noStrike">
                <a:solidFill>
                  <a:schemeClr val="dk1"/>
                </a:solidFill>
                <a:effectLst/>
                <a:uFillTx/>
                <a:latin typeface="Arial"/>
              </a:rPr>
              <a:t>Sub-System: </a:t>
            </a:r>
            <a:r>
              <a:rPr lang="en-US" sz="1200" b="0" u="none" strike="noStrike">
                <a:solidFill>
                  <a:schemeClr val="dk1"/>
                </a:solidFill>
                <a:effectLst/>
                <a:uFillTx/>
                <a:latin typeface="Arial"/>
              </a:rPr>
              <a:t>	</a:t>
            </a:r>
            <a:r>
              <a:rPr lang="en-US" sz="1200" b="0" u="none" strike="noStrike">
                <a:solidFill>
                  <a:schemeClr val="dk1"/>
                </a:solidFill>
                <a:effectLst/>
                <a:uFillTx/>
                <a:latin typeface="Arial"/>
              </a:rPr>
              <a:t>Assembled System or Subsystem including Electronics or Software</a:t>
            </a:r>
            <a:endParaRPr lang="de-DE" sz="1200" b="0" u="none" strike="noStrike">
              <a:solidFill>
                <a:srgbClr val="000000"/>
              </a:solidFill>
              <a:effectLst/>
              <a:uFillTx/>
              <a:latin typeface="Arial"/>
            </a:endParaRPr>
          </a:p>
          <a:p>
            <a:pPr marL="457200" defTabSz="914400">
              <a:lnSpc>
                <a:spcPct val="90000"/>
              </a:lnSpc>
              <a:spcBef>
                <a:spcPts val="499"/>
              </a:spcBef>
              <a:tabLst>
                <a:tab algn="l" pos="0"/>
              </a:tabLst>
            </a:pPr>
            <a:r>
              <a:rPr lang="en-US" sz="1200" b="0" u="none" strike="noStrike">
                <a:solidFill>
                  <a:schemeClr val="dk1"/>
                </a:solidFill>
                <a:effectLst/>
                <a:uFillTx/>
                <a:latin typeface="Arial"/>
              </a:rPr>
              <a:t>Component:</a:t>
            </a:r>
            <a:r>
              <a:rPr lang="en-US" sz="1200" b="0" u="none" strike="noStrike">
                <a:solidFill>
                  <a:schemeClr val="dk1"/>
                </a:solidFill>
                <a:effectLst/>
                <a:uFillTx/>
                <a:latin typeface="Arial"/>
              </a:rPr>
              <a:t>	</a:t>
            </a:r>
            <a:r>
              <a:rPr lang="en-US" sz="1200" b="0" u="none" strike="noStrike">
                <a:solidFill>
                  <a:schemeClr val="dk1"/>
                </a:solidFill>
                <a:effectLst/>
                <a:uFillTx/>
                <a:latin typeface="Arial"/>
              </a:rPr>
              <a:t>Assembled Structure without System Behavior (eg. Wheel)</a:t>
            </a:r>
            <a:endParaRPr lang="de-DE" sz="1200" b="0" u="none" strike="noStrike">
              <a:solidFill>
                <a:srgbClr val="000000"/>
              </a:solidFill>
              <a:effectLst/>
              <a:uFillTx/>
              <a:latin typeface="Arial"/>
            </a:endParaRPr>
          </a:p>
          <a:p>
            <a:pPr marL="457200" defTabSz="914400">
              <a:lnSpc>
                <a:spcPct val="90000"/>
              </a:lnSpc>
              <a:spcBef>
                <a:spcPts val="499"/>
              </a:spcBef>
              <a:tabLst>
                <a:tab algn="l" pos="0"/>
              </a:tabLst>
            </a:pPr>
            <a:r>
              <a:rPr lang="en-US" sz="1200" b="0" u="none" strike="noStrike">
                <a:solidFill>
                  <a:schemeClr val="dk1"/>
                </a:solidFill>
                <a:effectLst/>
                <a:uFillTx/>
                <a:latin typeface="Arial"/>
              </a:rPr>
              <a:t>Part:</a:t>
            </a:r>
            <a:r>
              <a:rPr lang="en-US" sz="1200" b="0" u="none" strike="noStrike">
                <a:solidFill>
                  <a:schemeClr val="dk1"/>
                </a:solidFill>
                <a:effectLst/>
                <a:uFillTx/>
                <a:latin typeface="Arial"/>
              </a:rPr>
              <a:t>	</a:t>
            </a:r>
            <a:r>
              <a:rPr lang="en-US" sz="1200" b="0" u="none" strike="noStrike">
                <a:solidFill>
                  <a:schemeClr val="dk1"/>
                </a:solidFill>
                <a:effectLst/>
                <a:uFillTx/>
                <a:latin typeface="Arial"/>
              </a:rPr>
              <a:t>	</a:t>
            </a:r>
            <a:r>
              <a:rPr lang="en-US" sz="1200" b="0" u="none" strike="noStrike">
                <a:solidFill>
                  <a:schemeClr val="dk1"/>
                </a:solidFill>
                <a:effectLst/>
                <a:uFillTx/>
                <a:latin typeface="Arial"/>
              </a:rPr>
              <a:t>Single Part</a:t>
            </a:r>
            <a:endParaRPr lang="de-DE" sz="1200" b="0" u="none" strike="noStrike">
              <a:solidFill>
                <a:srgbClr val="000000"/>
              </a:solidFill>
              <a:effectLst/>
              <a:uFillTx/>
              <a:latin typeface="Arial"/>
            </a:endParaRPr>
          </a:p>
          <a:p>
            <a:pPr marL="457200" defTabSz="914400">
              <a:lnSpc>
                <a:spcPct val="90000"/>
              </a:lnSpc>
              <a:spcBef>
                <a:spcPts val="499"/>
              </a:spcBef>
              <a:tabLst>
                <a:tab algn="l" pos="0"/>
              </a:tabLst>
            </a:pPr>
            <a:r>
              <a:rPr lang="en-US" sz="1200" b="0" u="none" strike="noStrike">
                <a:solidFill>
                  <a:schemeClr val="dk1"/>
                </a:solidFill>
                <a:effectLst/>
                <a:uFillTx/>
                <a:latin typeface="Arial"/>
              </a:rPr>
              <a:t>Device: </a:t>
            </a:r>
            <a:r>
              <a:rPr lang="en-US" sz="1200" b="0" u="none" strike="noStrike">
                <a:solidFill>
                  <a:schemeClr val="dk1"/>
                </a:solidFill>
                <a:effectLst/>
                <a:uFillTx/>
                <a:latin typeface="Arial"/>
              </a:rPr>
              <a:t>	</a:t>
            </a:r>
            <a:r>
              <a:rPr lang="en-US" sz="1200" b="0" u="none" strike="noStrike">
                <a:solidFill>
                  <a:schemeClr val="dk1"/>
                </a:solidFill>
                <a:effectLst/>
                <a:uFillTx/>
                <a:latin typeface="Arial"/>
              </a:rPr>
              <a:t> Part with electronic functions</a:t>
            </a:r>
            <a:endParaRPr lang="de-DE" sz="1200" b="0" u="none" strike="noStrike">
              <a:solidFill>
                <a:srgbClr val="000000"/>
              </a:solidFill>
              <a:effectLst/>
              <a:uFillTx/>
              <a:latin typeface="Arial"/>
            </a:endParaRPr>
          </a:p>
          <a:p>
            <a:pPr defTabSz="914400">
              <a:lnSpc>
                <a:spcPct val="90000"/>
              </a:lnSpc>
              <a:spcBef>
                <a:spcPts val="499"/>
              </a:spcBef>
              <a:tabLst>
                <a:tab algn="l" pos="0"/>
              </a:tabLst>
            </a:pPr>
            <a:endParaRPr lang="de-DE" sz="2400" b="0" u="none" strike="noStrike">
              <a:solidFill>
                <a:srgbClr val="000000"/>
              </a:solidFill>
              <a:effectLst/>
              <a:uFillTx/>
              <a:latin typeface="Arial"/>
            </a:endParaRPr>
          </a:p>
          <a:p>
            <a:pPr marL="457200" defTabSz="914400">
              <a:lnSpc>
                <a:spcPct val="90000"/>
              </a:lnSpc>
              <a:spcBef>
                <a:spcPts val="499"/>
              </a:spcBef>
              <a:tabLst>
                <a:tab algn="l" pos="0"/>
              </a:tabLst>
            </a:pPr>
            <a:r>
              <a:rPr lang="en-US" sz="1600" b="0" u="none" strike="noStrike">
                <a:solidFill>
                  <a:schemeClr val="dk1"/>
                </a:solidFill>
                <a:effectLst/>
                <a:uFillTx/>
                <a:latin typeface="Arial"/>
              </a:rPr>
              <a:t>For Order you can have:</a:t>
            </a:r>
            <a:endParaRPr lang="de-DE" sz="16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tabLst>
                <a:tab algn="l" pos="0"/>
              </a:tabLst>
            </a:pPr>
            <a:r>
              <a:rPr lang="en-US" sz="1600" b="0" u="none" strike="noStrike">
                <a:solidFill>
                  <a:schemeClr val="dk1"/>
                </a:solidFill>
                <a:effectLst/>
                <a:uFillTx/>
                <a:latin typeface="Arial"/>
              </a:rPr>
              <a:t>Assembly</a:t>
            </a:r>
            <a:endParaRPr lang="de-DE" sz="16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tabLst>
                <a:tab algn="l" pos="0"/>
              </a:tabLst>
            </a:pPr>
            <a:r>
              <a:rPr lang="en-US" sz="1200" b="0" u="none" strike="noStrike">
                <a:solidFill>
                  <a:schemeClr val="dk1"/>
                </a:solidFill>
                <a:effectLst/>
                <a:uFillTx/>
                <a:latin typeface="Arial"/>
              </a:rPr>
              <a:t>Package</a:t>
            </a:r>
            <a:endParaRPr lang="de-DE" sz="12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tabLst>
                <a:tab algn="l" pos="0"/>
              </a:tabLst>
            </a:pPr>
            <a:r>
              <a:rPr lang="en-US" sz="1050" b="0" u="none" strike="noStrike">
                <a:solidFill>
                  <a:schemeClr val="dk1"/>
                </a:solidFill>
                <a:effectLst/>
                <a:uFillTx/>
                <a:latin typeface="Arial"/>
              </a:rPr>
              <a:t>Assembly</a:t>
            </a:r>
            <a:endParaRPr lang="de-DE" sz="105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tabLst>
                <a:tab algn="l" pos="0"/>
              </a:tabLst>
            </a:pPr>
            <a:r>
              <a:rPr lang="en-US" sz="1100" b="0" u="none" strike="noStrike">
                <a:solidFill>
                  <a:schemeClr val="dk1"/>
                </a:solidFill>
                <a:effectLst/>
                <a:uFillTx/>
                <a:latin typeface="Arial"/>
              </a:rPr>
              <a:t>Assembly</a:t>
            </a:r>
            <a:endParaRPr lang="de-DE" sz="1100" b="0" u="none" strike="noStrike">
              <a:solidFill>
                <a:srgbClr val="000000"/>
              </a:solidFill>
              <a:effectLst/>
              <a:uFillTx/>
              <a:latin typeface="Arial"/>
            </a:endParaRPr>
          </a:p>
          <a:p>
            <a:pPr defTabSz="914400">
              <a:lnSpc>
                <a:spcPct val="90000"/>
              </a:lnSpc>
              <a:spcBef>
                <a:spcPts val="499"/>
              </a:spcBef>
              <a:tabLst>
                <a:tab algn="l" pos="0"/>
              </a:tabLst>
            </a:pPr>
            <a:endParaRPr lang="de-DE" sz="2400" b="0" u="none" strike="noStrike">
              <a:solidFill>
                <a:srgbClr val="000000"/>
              </a:solidFill>
              <a:effectLst/>
              <a:uFillTx/>
              <a:latin typeface="Arial"/>
            </a:endParaRPr>
          </a:p>
          <a:p>
            <a:pPr defTabSz="914400">
              <a:lnSpc>
                <a:spcPct val="90000"/>
              </a:lnSpc>
              <a:spcBef>
                <a:spcPts val="499"/>
              </a:spcBef>
              <a:tabLst>
                <a:tab algn="l" pos="0"/>
              </a:tabLst>
            </a:pPr>
            <a:endParaRPr lang="de-DE" sz="2400" b="0" u="none" strike="noStrike">
              <a:solidFill>
                <a:srgbClr val="000000"/>
              </a:solidFill>
              <a:effectLst/>
              <a:uFillTx/>
              <a:latin typeface="Arial"/>
            </a:endParaRPr>
          </a:p>
          <a:p>
            <a:pPr defTabSz="914400">
              <a:lnSpc>
                <a:spcPct val="90000"/>
              </a:lnSpc>
              <a:spcBef>
                <a:spcPts val="499"/>
              </a:spcBef>
              <a:tabLst>
                <a:tab algn="l" pos="0"/>
              </a:tabLst>
            </a:pPr>
            <a:endParaRPr lang="de-DE"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Order Processing</a:t>
            </a:r>
            <a:endParaRPr lang="es-ES" sz="3000" b="0" u="none" strike="noStrike">
              <a:solidFill>
                <a:schemeClr val="dk1"/>
              </a:solidFill>
              <a:effectLst/>
              <a:uFillTx/>
              <a:latin typeface="Arial"/>
            </a:endParaRPr>
          </a:p>
        </p:txBody>
      </p:sp>
      <p:sp>
        <p:nvSpPr>
          <p:cNvPr id="295" name="PlaceHolder 2"/>
          <p:cNvSpPr>
            <a:spLocks noGrp="1"/>
          </p:cNvSpPr>
          <p:nvPr>
            <p:ph/>
          </p:nvPr>
        </p:nvSpPr>
        <p:spPr>
          <a:xfrm>
            <a:off x="838080" y="1825560"/>
            <a:ext cx="10460160" cy="4297680"/>
          </a:xfrm>
          <a:prstGeom prst="rect">
            <a:avLst/>
          </a:prstGeom>
          <a:noFill/>
          <a:ln w="0">
            <a:noFill/>
          </a:ln>
        </p:spPr>
        <p:txBody>
          <a:bodyPr lIns="90000" rIns="90000" tIns="45000" bIns="45000" anchor="t">
            <a:normAutofit lnSpcReduction="9999"/>
          </a:bodyPr>
          <a:p>
            <a:pPr marL="228600" indent="-228600" defTabSz="914400">
              <a:lnSpc>
                <a:spcPct val="90000"/>
              </a:lnSpc>
              <a:spcBef>
                <a:spcPts val="1001"/>
              </a:spcBef>
              <a:buClr>
                <a:srgbClr val="000000"/>
              </a:buClr>
              <a:buFont typeface="Arial"/>
              <a:buChar char="•"/>
            </a:pPr>
            <a:r>
              <a:rPr lang="de-DE" sz="1500" b="0" u="sng" strike="noStrike">
                <a:solidFill>
                  <a:schemeClr val="dk1"/>
                </a:solidFill>
                <a:effectLst/>
                <a:uFillTx/>
                <a:latin typeface="Arial"/>
                <a:hlinkClick r:id="rId1"/>
              </a:rPr>
              <a:t>https://simpleclub.com/lessons/bueromanagement-prozess-der-auftragsbearbeitung</a:t>
            </a:r>
            <a:endParaRPr lang="es-ES" sz="15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de-DE" sz="1500" b="0" u="sng" strike="noStrike">
                <a:solidFill>
                  <a:schemeClr val="dk1"/>
                </a:solidFill>
                <a:effectLst/>
                <a:uFillTx/>
                <a:latin typeface="Arial"/>
                <a:hlinkClick r:id="rId2"/>
              </a:rPr>
              <a:t>https://www.jh-profishop.de/profi-guide/auftragsabwicklung/?srsltid=AfmBOoqKC_osTfEmkGwEeMSAm6I2ofYC_VqPU17LB9zdT8l__v2NmVrk</a:t>
            </a:r>
            <a:endParaRPr lang="es-ES" sz="15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de-DE" sz="1500" b="0" u="sng" strike="noStrike">
                <a:solidFill>
                  <a:schemeClr val="dk1"/>
                </a:solidFill>
                <a:effectLst/>
                <a:uFillTx/>
                <a:latin typeface="Arial"/>
                <a:hlinkClick r:id="rId3"/>
              </a:rPr>
              <a:t>https://www.atlassian.com/de/work-management/knowledge-sharing/documentation/process-documentation</a:t>
            </a:r>
            <a:endParaRPr lang="es-ES" sz="1500" b="0" u="none" strike="noStrike">
              <a:solidFill>
                <a:schemeClr val="dk1"/>
              </a:solidFill>
              <a:effectLst/>
              <a:uFillTx/>
              <a:latin typeface="Arial"/>
            </a:endParaRPr>
          </a:p>
          <a:p>
            <a:pPr indent="0" defTabSz="914400">
              <a:lnSpc>
                <a:spcPct val="90000"/>
              </a:lnSpc>
              <a:spcBef>
                <a:spcPts val="1001"/>
              </a:spcBef>
              <a:buNone/>
            </a:pPr>
            <a:endParaRPr lang="es-ES" sz="2800" b="0" u="none" strike="noStrike">
              <a:solidFill>
                <a:schemeClr val="dk1"/>
              </a:solidFill>
              <a:effectLst/>
              <a:uFillTx/>
              <a:latin typeface="Arial"/>
            </a:endParaRPr>
          </a:p>
          <a:p>
            <a:pPr indent="0" defTabSz="914400">
              <a:lnSpc>
                <a:spcPct val="90000"/>
              </a:lnSpc>
              <a:spcBef>
                <a:spcPts val="1001"/>
              </a:spcBef>
              <a:buNone/>
            </a:pPr>
            <a:endParaRPr lang="es-ES" sz="2800" b="0" u="none" strike="noStrike">
              <a:solidFill>
                <a:schemeClr val="dk1"/>
              </a:solidFill>
              <a:effectLst/>
              <a:uFillTx/>
              <a:latin typeface="Arial"/>
            </a:endParaRPr>
          </a:p>
          <a:p>
            <a:pPr marL="514440" indent="-514440" defTabSz="914400">
              <a:lnSpc>
                <a:spcPct val="90000"/>
              </a:lnSpc>
              <a:spcBef>
                <a:spcPts val="1001"/>
              </a:spcBef>
              <a:buClr>
                <a:srgbClr val="000000"/>
              </a:buClr>
              <a:buFont typeface="Arial"/>
              <a:buAutoNum type="arabicPeriod"/>
            </a:pPr>
            <a:r>
              <a:rPr lang="en-US" sz="2800" b="0" u="none" strike="noStrike">
                <a:solidFill>
                  <a:schemeClr val="dk1"/>
                </a:solidFill>
                <a:effectLst/>
                <a:uFillTx/>
                <a:latin typeface="Arial"/>
              </a:rPr>
              <a:t>Order receipt</a:t>
            </a:r>
            <a:endParaRPr lang="es-ES" sz="2800" b="0" u="none" strike="noStrike">
              <a:solidFill>
                <a:schemeClr val="dk1"/>
              </a:solidFill>
              <a:effectLst/>
              <a:uFillTx/>
              <a:latin typeface="Arial"/>
            </a:endParaRPr>
          </a:p>
          <a:p>
            <a:pPr marL="514440" indent="-514440" defTabSz="914400">
              <a:lnSpc>
                <a:spcPct val="90000"/>
              </a:lnSpc>
              <a:spcBef>
                <a:spcPts val="1001"/>
              </a:spcBef>
              <a:buClr>
                <a:srgbClr val="000000"/>
              </a:buClr>
              <a:buFont typeface="Arial"/>
              <a:buAutoNum type="arabicPeriod"/>
            </a:pPr>
            <a:r>
              <a:rPr lang="en-US" sz="2800" b="0" u="none" strike="noStrike">
                <a:solidFill>
                  <a:schemeClr val="dk1"/>
                </a:solidFill>
                <a:effectLst/>
                <a:uFillTx/>
                <a:latin typeface="Arial"/>
              </a:rPr>
              <a:t>Order entry</a:t>
            </a:r>
            <a:endParaRPr lang="es-ES" sz="2800" b="0" u="none" strike="noStrike">
              <a:solidFill>
                <a:schemeClr val="dk1"/>
              </a:solidFill>
              <a:effectLst/>
              <a:uFillTx/>
              <a:latin typeface="Arial"/>
            </a:endParaRPr>
          </a:p>
          <a:p>
            <a:pPr marL="514440" indent="-514440" defTabSz="914400">
              <a:lnSpc>
                <a:spcPct val="90000"/>
              </a:lnSpc>
              <a:spcBef>
                <a:spcPts val="1001"/>
              </a:spcBef>
              <a:buClr>
                <a:srgbClr val="000000"/>
              </a:buClr>
              <a:buFont typeface="Arial"/>
              <a:buAutoNum type="arabicPeriod"/>
            </a:pPr>
            <a:r>
              <a:rPr lang="en-US" sz="2800" b="0" u="none" strike="noStrike">
                <a:solidFill>
                  <a:schemeClr val="dk1"/>
                </a:solidFill>
                <a:effectLst/>
                <a:uFillTx/>
                <a:latin typeface="Arial"/>
              </a:rPr>
              <a:t>Order processing</a:t>
            </a:r>
            <a:endParaRPr lang="es-ES" sz="2800" b="0" u="none" strike="noStrike">
              <a:solidFill>
                <a:schemeClr val="dk1"/>
              </a:solidFill>
              <a:effectLst/>
              <a:uFillTx/>
              <a:latin typeface="Arial"/>
            </a:endParaRPr>
          </a:p>
          <a:p>
            <a:pPr marL="514440" indent="-514440" defTabSz="914400">
              <a:lnSpc>
                <a:spcPct val="90000"/>
              </a:lnSpc>
              <a:spcBef>
                <a:spcPts val="1001"/>
              </a:spcBef>
              <a:buClr>
                <a:srgbClr val="000000"/>
              </a:buClr>
              <a:buFont typeface="Arial"/>
              <a:buAutoNum type="arabicPeriod"/>
            </a:pPr>
            <a:r>
              <a:rPr lang="en-US" sz="2800" b="0" u="none" strike="noStrike">
                <a:solidFill>
                  <a:schemeClr val="dk1"/>
                </a:solidFill>
                <a:effectLst/>
                <a:uFillTx/>
                <a:latin typeface="Arial"/>
              </a:rPr>
              <a:t>Shipping preparation &amp; shipping</a:t>
            </a:r>
            <a:endParaRPr lang="es-ES" sz="2800" b="0" u="none" strike="noStrike">
              <a:solidFill>
                <a:schemeClr val="dk1"/>
              </a:solidFill>
              <a:effectLst/>
              <a:uFillTx/>
              <a:latin typeface="Arial"/>
            </a:endParaRPr>
          </a:p>
          <a:p>
            <a:pPr marL="514440" indent="-514440" defTabSz="914400">
              <a:lnSpc>
                <a:spcPct val="90000"/>
              </a:lnSpc>
              <a:spcBef>
                <a:spcPts val="1001"/>
              </a:spcBef>
              <a:buClr>
                <a:srgbClr val="000000"/>
              </a:buClr>
              <a:buFont typeface="Arial"/>
              <a:buAutoNum type="arabicPeriod"/>
            </a:pPr>
            <a:r>
              <a:rPr lang="en-US" sz="2800" b="0" u="none" strike="noStrike">
                <a:solidFill>
                  <a:schemeClr val="dk1"/>
                </a:solidFill>
                <a:effectLst/>
                <a:uFillTx/>
                <a:latin typeface="Arial"/>
              </a:rPr>
              <a:t>Invoicing</a:t>
            </a:r>
            <a:endParaRPr lang="es-ES" sz="2800" b="0" u="none" strike="noStrike">
              <a:solidFill>
                <a:schemeClr val="dk1"/>
              </a:solidFill>
              <a:effectLst/>
              <a:uFillTx/>
              <a:latin typeface="Arial"/>
            </a:endParaRPr>
          </a:p>
          <a:p>
            <a:pPr indent="0" defTabSz="914400">
              <a:lnSpc>
                <a:spcPct val="90000"/>
              </a:lnSpc>
              <a:spcBef>
                <a:spcPts val="1001"/>
              </a:spcBef>
              <a:buNone/>
            </a:pPr>
            <a:endParaRPr lang="es-ES" sz="2800" b="0" u="none" strike="noStrike">
              <a:solidFill>
                <a:schemeClr val="dk1"/>
              </a:solidFill>
              <a:effectLst/>
              <a:uFillTx/>
              <a:latin typeface="Arial"/>
            </a:endParaRPr>
          </a:p>
        </p:txBody>
      </p:sp>
      <p:pic>
        <p:nvPicPr>
          <p:cNvPr id="296" name="Picture 4"/>
          <p:cNvPicPr/>
          <p:nvPr/>
        </p:nvPicPr>
        <p:blipFill>
          <a:blip r:embed="rId4"/>
          <a:stretch/>
        </p:blipFill>
        <p:spPr>
          <a:xfrm>
            <a:off x="6400800" y="3493800"/>
            <a:ext cx="5072760" cy="26748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Process Configurator</a:t>
            </a:r>
            <a:endParaRPr lang="es-ES" sz="3000" b="0" u="none" strike="noStrike">
              <a:solidFill>
                <a:schemeClr val="dk1"/>
              </a:solidFill>
              <a:effectLst/>
              <a:uFillTx/>
              <a:latin typeface="Arial"/>
            </a:endParaRPr>
          </a:p>
        </p:txBody>
      </p:sp>
      <p:sp>
        <p:nvSpPr>
          <p:cNvPr id="298"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pic>
        <p:nvPicPr>
          <p:cNvPr id="299" name="Picture 6"/>
          <p:cNvPicPr/>
          <p:nvPr/>
        </p:nvPicPr>
        <p:blipFill>
          <a:blip r:embed="rId1"/>
          <a:stretch/>
        </p:blipFill>
        <p:spPr>
          <a:xfrm>
            <a:off x="2769120" y="2122200"/>
            <a:ext cx="6503760" cy="409212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Order Processing Tool</a:t>
            </a:r>
            <a:endParaRPr lang="es-ES" sz="3000" b="0" u="none" strike="noStrike">
              <a:solidFill>
                <a:schemeClr val="dk1"/>
              </a:solidFill>
              <a:effectLst/>
              <a:uFillTx/>
              <a:latin typeface="Arial"/>
            </a:endParaRPr>
          </a:p>
        </p:txBody>
      </p:sp>
      <p:sp>
        <p:nvSpPr>
          <p:cNvPr id="301"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pic>
        <p:nvPicPr>
          <p:cNvPr id="302" name="Picture 4"/>
          <p:cNvPicPr/>
          <p:nvPr/>
        </p:nvPicPr>
        <p:blipFill>
          <a:blip r:embed="rId1"/>
          <a:stretch/>
        </p:blipFill>
        <p:spPr>
          <a:xfrm>
            <a:off x="1183680" y="1611720"/>
            <a:ext cx="7806600" cy="402480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Process Configuration</a:t>
            </a:r>
            <a:endParaRPr lang="es-ES" sz="3000" b="0" u="none" strike="noStrike">
              <a:solidFill>
                <a:schemeClr val="dk1"/>
              </a:solidFill>
              <a:effectLst/>
              <a:uFillTx/>
              <a:latin typeface="Arial"/>
            </a:endParaRPr>
          </a:p>
        </p:txBody>
      </p:sp>
      <p:sp>
        <p:nvSpPr>
          <p:cNvPr id="304"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sp>
        <p:nvSpPr>
          <p:cNvPr id="305" name="Rectangle: Rounded Corners 3"/>
          <p:cNvSpPr/>
          <p:nvPr/>
        </p:nvSpPr>
        <p:spPr>
          <a:xfrm>
            <a:off x="1513800" y="1999440"/>
            <a:ext cx="3925800" cy="3115080"/>
          </a:xfrm>
          <a:prstGeom prst="roundRect">
            <a:avLst>
              <a:gd name="adj" fmla="val 16667"/>
            </a:avLst>
          </a:prstGeom>
          <a:solidFill>
            <a:schemeClr val="accent1">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
        <p:nvSpPr>
          <p:cNvPr id="306" name="Rectangle: Rounded Corners 4"/>
          <p:cNvSpPr/>
          <p:nvPr/>
        </p:nvSpPr>
        <p:spPr>
          <a:xfrm>
            <a:off x="2087280" y="2510640"/>
            <a:ext cx="2055600" cy="1063800"/>
          </a:xfrm>
          <a:prstGeom prst="roundRect">
            <a:avLst>
              <a:gd name="adj" fmla="val 16667"/>
            </a:avLst>
          </a:prstGeom>
          <a:solidFill>
            <a:schemeClr val="bg1">
              <a:lumMod val="95000"/>
            </a:schemeClr>
          </a:solidFill>
          <a:ln>
            <a:solidFill>
              <a:srgbClr val="484848"/>
            </a:solidFill>
          </a:ln>
        </p:spPr>
        <p:style>
          <a:lnRef idx="2">
            <a:schemeClr val="accent3">
              <a:shade val="15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pic>
        <p:nvPicPr>
          <p:cNvPr id="307" name="Picture 6"/>
          <p:cNvPicPr/>
          <p:nvPr/>
        </p:nvPicPr>
        <p:blipFill>
          <a:blip r:embed="rId1"/>
          <a:stretch/>
        </p:blipFill>
        <p:spPr>
          <a:xfrm>
            <a:off x="2167560" y="2769840"/>
            <a:ext cx="1610640" cy="354960"/>
          </a:xfrm>
          <a:prstGeom prst="rect">
            <a:avLst/>
          </a:prstGeom>
          <a:noFill/>
          <a:ln w="0">
            <a:noFill/>
          </a:ln>
        </p:spPr>
      </p:pic>
      <p:pic>
        <p:nvPicPr>
          <p:cNvPr id="308" name="Picture 7"/>
          <p:cNvPicPr/>
          <p:nvPr/>
        </p:nvPicPr>
        <p:blipFill>
          <a:blip r:embed="rId2"/>
          <a:stretch/>
        </p:blipFill>
        <p:spPr>
          <a:xfrm>
            <a:off x="2167560" y="3136320"/>
            <a:ext cx="1610640" cy="354960"/>
          </a:xfrm>
          <a:prstGeom prst="rect">
            <a:avLst/>
          </a:prstGeom>
          <a:noFill/>
          <a:ln w="0">
            <a:noFill/>
          </a:ln>
        </p:spPr>
      </p:pic>
      <p:sp>
        <p:nvSpPr>
          <p:cNvPr id="309" name="Rectangle: Rounded Corners 8"/>
          <p:cNvSpPr/>
          <p:nvPr/>
        </p:nvSpPr>
        <p:spPr>
          <a:xfrm>
            <a:off x="2947320" y="3762000"/>
            <a:ext cx="2055600" cy="1063800"/>
          </a:xfrm>
          <a:prstGeom prst="roundRect">
            <a:avLst>
              <a:gd name="adj" fmla="val 16667"/>
            </a:avLst>
          </a:prstGeom>
          <a:solidFill>
            <a:schemeClr val="bg1">
              <a:lumMod val="95000"/>
            </a:schemeClr>
          </a:solidFill>
          <a:ln>
            <a:solidFill>
              <a:srgbClr val="484848"/>
            </a:solidFill>
          </a:ln>
        </p:spPr>
        <p:style>
          <a:lnRef idx="2">
            <a:schemeClr val="accent3">
              <a:shade val="15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pic>
        <p:nvPicPr>
          <p:cNvPr id="310" name="Picture 9"/>
          <p:cNvPicPr/>
          <p:nvPr/>
        </p:nvPicPr>
        <p:blipFill>
          <a:blip r:embed="rId3"/>
          <a:stretch/>
        </p:blipFill>
        <p:spPr>
          <a:xfrm>
            <a:off x="3027600" y="4022640"/>
            <a:ext cx="1610640" cy="354960"/>
          </a:xfrm>
          <a:prstGeom prst="rect">
            <a:avLst/>
          </a:prstGeom>
          <a:noFill/>
          <a:ln w="0">
            <a:noFill/>
          </a:ln>
        </p:spPr>
      </p:pic>
      <p:pic>
        <p:nvPicPr>
          <p:cNvPr id="311" name="Picture 10"/>
          <p:cNvPicPr/>
          <p:nvPr/>
        </p:nvPicPr>
        <p:blipFill>
          <a:blip r:embed="rId4"/>
          <a:stretch/>
        </p:blipFill>
        <p:spPr>
          <a:xfrm>
            <a:off x="3027600" y="4387320"/>
            <a:ext cx="1610640" cy="354960"/>
          </a:xfrm>
          <a:prstGeom prst="rect">
            <a:avLst/>
          </a:prstGeom>
          <a:noFill/>
          <a:ln w="0">
            <a:noFill/>
          </a:ln>
        </p:spPr>
      </p:pic>
      <p:sp>
        <p:nvSpPr>
          <p:cNvPr id="312" name="TextBox 11"/>
          <p:cNvSpPr/>
          <p:nvPr/>
        </p:nvSpPr>
        <p:spPr>
          <a:xfrm>
            <a:off x="1658160" y="2127240"/>
            <a:ext cx="1054800" cy="276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200" b="0" u="none" strike="noStrike">
                <a:solidFill>
                  <a:schemeClr val="dk1"/>
                </a:solidFill>
                <a:effectLst/>
                <a:uFillTx/>
                <a:latin typeface="Arial"/>
              </a:rPr>
              <a:t>Sub Process</a:t>
            </a:r>
            <a:endParaRPr lang="de-DE" sz="1200" b="0" u="none" strike="noStrike">
              <a:solidFill>
                <a:srgbClr val="000000"/>
              </a:solidFill>
              <a:effectLst/>
              <a:uFillTx/>
              <a:latin typeface="Arial"/>
            </a:endParaRPr>
          </a:p>
        </p:txBody>
      </p:sp>
      <p:sp>
        <p:nvSpPr>
          <p:cNvPr id="313" name="TextBox 12"/>
          <p:cNvSpPr/>
          <p:nvPr/>
        </p:nvSpPr>
        <p:spPr>
          <a:xfrm>
            <a:off x="2127240" y="2487600"/>
            <a:ext cx="1343160" cy="276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200" b="0" u="none" strike="noStrike">
                <a:solidFill>
                  <a:schemeClr val="dk1"/>
                </a:solidFill>
                <a:effectLst/>
                <a:uFillTx/>
                <a:latin typeface="Arial"/>
              </a:rPr>
              <a:t>Detailed Process</a:t>
            </a:r>
            <a:endParaRPr lang="de-DE" sz="1200" b="0" u="none" strike="noStrike">
              <a:solidFill>
                <a:srgbClr val="000000"/>
              </a:solidFill>
              <a:effectLst/>
              <a:uFillTx/>
              <a:latin typeface="Arial"/>
            </a:endParaRPr>
          </a:p>
        </p:txBody>
      </p:sp>
      <p:sp>
        <p:nvSpPr>
          <p:cNvPr id="314" name="TextBox 13"/>
          <p:cNvSpPr/>
          <p:nvPr/>
        </p:nvSpPr>
        <p:spPr>
          <a:xfrm>
            <a:off x="3019680" y="3790800"/>
            <a:ext cx="1343160" cy="276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200" b="0" u="none" strike="noStrike">
                <a:solidFill>
                  <a:schemeClr val="dk1"/>
                </a:solidFill>
                <a:effectLst/>
                <a:uFillTx/>
                <a:latin typeface="Arial"/>
              </a:rPr>
              <a:t>Detailed Process</a:t>
            </a:r>
            <a:endParaRPr lang="de-DE" sz="1200" b="0" u="none" strike="noStrike">
              <a:solidFill>
                <a:srgbClr val="000000"/>
              </a:solidFill>
              <a:effectLst/>
              <a:uFillTx/>
              <a:latin typeface="Arial"/>
            </a:endParaRPr>
          </a:p>
        </p:txBody>
      </p:sp>
      <p:sp>
        <p:nvSpPr>
          <p:cNvPr id="315" name="Rectangle: Rounded Corners 14"/>
          <p:cNvSpPr/>
          <p:nvPr/>
        </p:nvSpPr>
        <p:spPr>
          <a:xfrm>
            <a:off x="5925600" y="1999440"/>
            <a:ext cx="3925800" cy="3115080"/>
          </a:xfrm>
          <a:prstGeom prst="roundRect">
            <a:avLst>
              <a:gd name="adj" fmla="val 16667"/>
            </a:avLst>
          </a:prstGeom>
          <a:solidFill>
            <a:schemeClr val="accent1">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
        <p:nvSpPr>
          <p:cNvPr id="316" name="Rectangle: Rounded Corners 15"/>
          <p:cNvSpPr/>
          <p:nvPr/>
        </p:nvSpPr>
        <p:spPr>
          <a:xfrm>
            <a:off x="6499080" y="2510640"/>
            <a:ext cx="2055600" cy="1063800"/>
          </a:xfrm>
          <a:prstGeom prst="roundRect">
            <a:avLst>
              <a:gd name="adj" fmla="val 16667"/>
            </a:avLst>
          </a:prstGeom>
          <a:solidFill>
            <a:schemeClr val="bg1">
              <a:lumMod val="95000"/>
            </a:schemeClr>
          </a:solidFill>
          <a:ln>
            <a:solidFill>
              <a:srgbClr val="484848"/>
            </a:solidFill>
          </a:ln>
        </p:spPr>
        <p:style>
          <a:lnRef idx="2">
            <a:schemeClr val="accent3">
              <a:shade val="15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pic>
        <p:nvPicPr>
          <p:cNvPr id="317" name="Picture 16"/>
          <p:cNvPicPr/>
          <p:nvPr/>
        </p:nvPicPr>
        <p:blipFill>
          <a:blip r:embed="rId5"/>
          <a:stretch/>
        </p:blipFill>
        <p:spPr>
          <a:xfrm>
            <a:off x="6579360" y="2769840"/>
            <a:ext cx="1610640" cy="354960"/>
          </a:xfrm>
          <a:prstGeom prst="rect">
            <a:avLst/>
          </a:prstGeom>
          <a:noFill/>
          <a:ln w="0">
            <a:noFill/>
          </a:ln>
        </p:spPr>
      </p:pic>
      <p:pic>
        <p:nvPicPr>
          <p:cNvPr id="318" name="Picture 17"/>
          <p:cNvPicPr/>
          <p:nvPr/>
        </p:nvPicPr>
        <p:blipFill>
          <a:blip r:embed="rId6"/>
          <a:stretch/>
        </p:blipFill>
        <p:spPr>
          <a:xfrm>
            <a:off x="6579360" y="3136320"/>
            <a:ext cx="1610640" cy="354960"/>
          </a:xfrm>
          <a:prstGeom prst="rect">
            <a:avLst/>
          </a:prstGeom>
          <a:noFill/>
          <a:ln w="0">
            <a:noFill/>
          </a:ln>
        </p:spPr>
      </p:pic>
      <p:sp>
        <p:nvSpPr>
          <p:cNvPr id="319" name="Rectangle: Rounded Corners 18"/>
          <p:cNvSpPr/>
          <p:nvPr/>
        </p:nvSpPr>
        <p:spPr>
          <a:xfrm>
            <a:off x="7359120" y="3762000"/>
            <a:ext cx="2055600" cy="1063800"/>
          </a:xfrm>
          <a:prstGeom prst="roundRect">
            <a:avLst>
              <a:gd name="adj" fmla="val 16667"/>
            </a:avLst>
          </a:prstGeom>
          <a:solidFill>
            <a:schemeClr val="bg1">
              <a:lumMod val="95000"/>
            </a:schemeClr>
          </a:solidFill>
          <a:ln>
            <a:solidFill>
              <a:srgbClr val="484848"/>
            </a:solidFill>
          </a:ln>
        </p:spPr>
        <p:style>
          <a:lnRef idx="2">
            <a:schemeClr val="accent3">
              <a:shade val="15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pic>
        <p:nvPicPr>
          <p:cNvPr id="320" name="Picture 19"/>
          <p:cNvPicPr/>
          <p:nvPr/>
        </p:nvPicPr>
        <p:blipFill>
          <a:blip r:embed="rId7"/>
          <a:stretch/>
        </p:blipFill>
        <p:spPr>
          <a:xfrm>
            <a:off x="7439400" y="4022640"/>
            <a:ext cx="1610640" cy="354960"/>
          </a:xfrm>
          <a:prstGeom prst="rect">
            <a:avLst/>
          </a:prstGeom>
          <a:noFill/>
          <a:ln w="0">
            <a:noFill/>
          </a:ln>
        </p:spPr>
      </p:pic>
      <p:pic>
        <p:nvPicPr>
          <p:cNvPr id="321" name="Picture 20"/>
          <p:cNvPicPr/>
          <p:nvPr/>
        </p:nvPicPr>
        <p:blipFill>
          <a:blip r:embed="rId8"/>
          <a:stretch/>
        </p:blipFill>
        <p:spPr>
          <a:xfrm>
            <a:off x="7439400" y="4387320"/>
            <a:ext cx="1610640" cy="354960"/>
          </a:xfrm>
          <a:prstGeom prst="rect">
            <a:avLst/>
          </a:prstGeom>
          <a:noFill/>
          <a:ln w="0">
            <a:noFill/>
          </a:ln>
        </p:spPr>
      </p:pic>
      <p:sp>
        <p:nvSpPr>
          <p:cNvPr id="322" name="TextBox 21"/>
          <p:cNvSpPr/>
          <p:nvPr/>
        </p:nvSpPr>
        <p:spPr>
          <a:xfrm>
            <a:off x="6116400" y="2079360"/>
            <a:ext cx="1054800" cy="276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200" b="0" u="none" strike="noStrike">
                <a:solidFill>
                  <a:schemeClr val="dk1"/>
                </a:solidFill>
                <a:effectLst/>
                <a:uFillTx/>
                <a:latin typeface="Arial"/>
              </a:rPr>
              <a:t>Sub Process</a:t>
            </a:r>
            <a:endParaRPr lang="de-DE" sz="1200" b="0" u="none" strike="noStrike">
              <a:solidFill>
                <a:srgbClr val="000000"/>
              </a:solidFill>
              <a:effectLst/>
              <a:uFillTx/>
              <a:latin typeface="Arial"/>
            </a:endParaRPr>
          </a:p>
        </p:txBody>
      </p:sp>
      <p:sp>
        <p:nvSpPr>
          <p:cNvPr id="323" name="TextBox 22"/>
          <p:cNvSpPr/>
          <p:nvPr/>
        </p:nvSpPr>
        <p:spPr>
          <a:xfrm>
            <a:off x="6539040" y="2487600"/>
            <a:ext cx="1258200" cy="276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200" b="0" u="none" strike="noStrike">
                <a:solidFill>
                  <a:schemeClr val="dk1"/>
                </a:solidFill>
                <a:effectLst/>
                <a:uFillTx/>
                <a:latin typeface="Arial"/>
              </a:rPr>
              <a:t>Detaild Process</a:t>
            </a:r>
            <a:endParaRPr lang="de-DE" sz="1200" b="0" u="none" strike="noStrike">
              <a:solidFill>
                <a:srgbClr val="000000"/>
              </a:solidFill>
              <a:effectLst/>
              <a:uFillTx/>
              <a:latin typeface="Arial"/>
            </a:endParaRPr>
          </a:p>
        </p:txBody>
      </p:sp>
      <p:sp>
        <p:nvSpPr>
          <p:cNvPr id="324" name="TextBox 23"/>
          <p:cNvSpPr/>
          <p:nvPr/>
        </p:nvSpPr>
        <p:spPr>
          <a:xfrm>
            <a:off x="7431480" y="3790800"/>
            <a:ext cx="1343160" cy="276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200" b="0" u="none" strike="noStrike">
                <a:solidFill>
                  <a:schemeClr val="dk1"/>
                </a:solidFill>
                <a:effectLst/>
                <a:uFillTx/>
                <a:latin typeface="Arial"/>
              </a:rPr>
              <a:t>Detailed Process</a:t>
            </a:r>
            <a:endParaRPr lang="de-DE" sz="1200" b="0" u="none" strike="noStrike">
              <a:solidFill>
                <a:srgbClr val="000000"/>
              </a:solidFill>
              <a:effectLst/>
              <a:uFillTx/>
              <a:latin typeface="Arial"/>
            </a:endParaRPr>
          </a:p>
        </p:txBody>
      </p:sp>
      <p:sp>
        <p:nvSpPr>
          <p:cNvPr id="325" name="TextBox 24"/>
          <p:cNvSpPr/>
          <p:nvPr/>
        </p:nvSpPr>
        <p:spPr>
          <a:xfrm>
            <a:off x="743760" y="1455840"/>
            <a:ext cx="1267920" cy="276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200" b="0" u="none" strike="noStrike">
                <a:solidFill>
                  <a:schemeClr val="dk1"/>
                </a:solidFill>
                <a:effectLst/>
                <a:uFillTx/>
                <a:latin typeface="Arial"/>
              </a:rPr>
              <a:t>Overall Process</a:t>
            </a:r>
            <a:endParaRPr lang="de-DE" sz="1200" b="0" u="none" strike="noStrike">
              <a:solidFill>
                <a:srgbClr val="000000"/>
              </a:solidFill>
              <a:effectLst/>
              <a:uFillTx/>
              <a:latin typeface="Arial"/>
            </a:endParaRPr>
          </a:p>
        </p:txBody>
      </p:sp>
      <p:pic>
        <p:nvPicPr>
          <p:cNvPr id="326" name="Picture 25"/>
          <p:cNvPicPr/>
          <p:nvPr/>
        </p:nvPicPr>
        <p:blipFill>
          <a:blip r:embed="rId9"/>
          <a:stretch/>
        </p:blipFill>
        <p:spPr>
          <a:xfrm>
            <a:off x="3629520" y="5203440"/>
            <a:ext cx="1610640" cy="354960"/>
          </a:xfrm>
          <a:prstGeom prst="rect">
            <a:avLst/>
          </a:prstGeom>
          <a:noFill/>
          <a:ln w="0">
            <a:noFill/>
          </a:ln>
        </p:spPr>
      </p:pic>
      <p:sp>
        <p:nvSpPr>
          <p:cNvPr id="327" name="Call-out: Bent Line with No Border 27"/>
          <p:cNvSpPr/>
          <p:nvPr/>
        </p:nvSpPr>
        <p:spPr>
          <a:xfrm flipH="1">
            <a:off x="2850120" y="5813280"/>
            <a:ext cx="619560" cy="142560"/>
          </a:xfrm>
          <a:prstGeom prst="callout2">
            <a:avLst>
              <a:gd name="adj1" fmla="val 18750"/>
              <a:gd name="adj2" fmla="val -8333"/>
              <a:gd name="adj3" fmla="val 18750"/>
              <a:gd name="adj4" fmla="val -16667"/>
              <a:gd name="adj5" fmla="val -187798"/>
              <a:gd name="adj6" fmla="val -49167"/>
            </a:avLst>
          </a:prstGeom>
          <a:solidFill>
            <a:schemeClr val="accent6">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800" b="0" u="none" strike="noStrike">
                <a:solidFill>
                  <a:schemeClr val="dk1"/>
                </a:solidFill>
                <a:effectLst/>
                <a:uFillTx/>
                <a:latin typeface="Arial"/>
              </a:rPr>
              <a:t>Start</a:t>
            </a:r>
            <a:endParaRPr lang="de-DE" sz="800" b="0" u="none" strike="noStrike">
              <a:solidFill>
                <a:srgbClr val="000000"/>
              </a:solidFill>
              <a:effectLst/>
              <a:uFillTx/>
              <a:latin typeface="Arial"/>
            </a:endParaRPr>
          </a:p>
        </p:txBody>
      </p:sp>
      <p:sp>
        <p:nvSpPr>
          <p:cNvPr id="328" name="Call-out: Bent Line with No Border 28"/>
          <p:cNvSpPr/>
          <p:nvPr/>
        </p:nvSpPr>
        <p:spPr>
          <a:xfrm>
            <a:off x="5347080" y="5813280"/>
            <a:ext cx="507960" cy="142560"/>
          </a:xfrm>
          <a:prstGeom prst="callout2">
            <a:avLst>
              <a:gd name="adj1" fmla="val 18750"/>
              <a:gd name="adj2" fmla="val -8333"/>
              <a:gd name="adj3" fmla="val 18750"/>
              <a:gd name="adj4" fmla="val -16667"/>
              <a:gd name="adj5" fmla="val -187798"/>
              <a:gd name="adj6" fmla="val -49167"/>
            </a:avLst>
          </a:prstGeom>
          <a:solidFill>
            <a:schemeClr val="accent6">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800" b="0" u="none" strike="noStrike">
                <a:solidFill>
                  <a:schemeClr val="dk1"/>
                </a:solidFill>
                <a:effectLst/>
                <a:uFillTx/>
                <a:latin typeface="Arial"/>
              </a:rPr>
              <a:t>End</a:t>
            </a:r>
            <a:endParaRPr lang="de-DE" sz="800" b="0" u="none" strike="noStrike">
              <a:solidFill>
                <a:srgbClr val="000000"/>
              </a:solidFill>
              <a:effectLst/>
              <a:uFillTx/>
              <a:latin typeface="Arial"/>
            </a:endParaRPr>
          </a:p>
        </p:txBody>
      </p:sp>
      <p:sp>
        <p:nvSpPr>
          <p:cNvPr id="329" name="Call-out: Bent Line with No Border 29"/>
          <p:cNvSpPr/>
          <p:nvPr/>
        </p:nvSpPr>
        <p:spPr>
          <a:xfrm>
            <a:off x="4838760" y="6278040"/>
            <a:ext cx="652680" cy="142560"/>
          </a:xfrm>
          <a:prstGeom prst="callout2">
            <a:avLst>
              <a:gd name="adj1" fmla="val 18750"/>
              <a:gd name="adj2" fmla="val -8333"/>
              <a:gd name="adj3" fmla="val 18750"/>
              <a:gd name="adj4" fmla="val -16667"/>
              <a:gd name="adj5" fmla="val -556839"/>
              <a:gd name="adj6" fmla="val -59324"/>
            </a:avLst>
          </a:prstGeom>
          <a:solidFill>
            <a:schemeClr val="accent6">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800" b="0" u="none" strike="noStrike">
                <a:solidFill>
                  <a:schemeClr val="dk1"/>
                </a:solidFill>
                <a:effectLst/>
                <a:uFillTx/>
                <a:latin typeface="Arial"/>
              </a:rPr>
              <a:t>Process</a:t>
            </a:r>
            <a:endParaRPr lang="de-DE" sz="800" b="0" u="none" strike="noStrike">
              <a:solidFill>
                <a:srgbClr val="000000"/>
              </a:solidFill>
              <a:effectLst/>
              <a:uFillTx/>
              <a:latin typeface="Arial"/>
            </a:endParaRPr>
          </a:p>
        </p:txBody>
      </p:sp>
      <p:sp>
        <p:nvSpPr>
          <p:cNvPr id="330" name="Call-out: Bent Line with No Border 30"/>
          <p:cNvSpPr/>
          <p:nvPr/>
        </p:nvSpPr>
        <p:spPr>
          <a:xfrm flipH="1">
            <a:off x="2702520" y="6155640"/>
            <a:ext cx="872640" cy="234720"/>
          </a:xfrm>
          <a:prstGeom prst="callout2">
            <a:avLst>
              <a:gd name="adj1" fmla="val 18750"/>
              <a:gd name="adj2" fmla="val -8333"/>
              <a:gd name="adj3" fmla="val 18750"/>
              <a:gd name="adj4" fmla="val -16667"/>
              <a:gd name="adj5" fmla="val -305027"/>
              <a:gd name="adj6" fmla="val -52245"/>
            </a:avLst>
          </a:prstGeom>
          <a:solidFill>
            <a:schemeClr val="accent6">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800" b="0" u="none" strike="noStrike">
                <a:solidFill>
                  <a:schemeClr val="dk1"/>
                </a:solidFill>
                <a:effectLst/>
                <a:uFillTx/>
                <a:latin typeface="Arial"/>
              </a:rPr>
              <a:t>Recources Desission</a:t>
            </a:r>
            <a:endParaRPr lang="de-DE" sz="800" b="0" u="none" strike="noStrike">
              <a:solidFill>
                <a:srgbClr val="000000"/>
              </a:solidFill>
              <a:effectLst/>
              <a:uFillTx/>
              <a:latin typeface="Arial"/>
            </a:endParaRPr>
          </a:p>
        </p:txBody>
      </p:sp>
      <p:sp>
        <p:nvSpPr>
          <p:cNvPr id="331" name="Call-out: Bent Line with No Border 31"/>
          <p:cNvSpPr/>
          <p:nvPr/>
        </p:nvSpPr>
        <p:spPr>
          <a:xfrm>
            <a:off x="5528880" y="6060960"/>
            <a:ext cx="969840" cy="288360"/>
          </a:xfrm>
          <a:prstGeom prst="callout2">
            <a:avLst>
              <a:gd name="adj1" fmla="val 18750"/>
              <a:gd name="adj2" fmla="val -8333"/>
              <a:gd name="adj3" fmla="val 18750"/>
              <a:gd name="adj4" fmla="val -16667"/>
              <a:gd name="adj5" fmla="val -189438"/>
              <a:gd name="adj6" fmla="val -67895"/>
            </a:avLst>
          </a:prstGeom>
          <a:solidFill>
            <a:schemeClr val="accent6">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800" b="0" u="none" strike="noStrike">
                <a:solidFill>
                  <a:schemeClr val="dk1"/>
                </a:solidFill>
                <a:effectLst/>
                <a:uFillTx/>
                <a:latin typeface="Arial"/>
              </a:rPr>
              <a:t>Quality Desission</a:t>
            </a:r>
            <a:endParaRPr lang="de-DE" sz="800" b="0" u="none" strike="noStrike">
              <a:solidFill>
                <a:srgbClr val="000000"/>
              </a:solidFill>
              <a:effectLst/>
              <a:uFillTx/>
              <a:latin typeface="Arial"/>
            </a:endParaRPr>
          </a:p>
        </p:txBody>
      </p:sp>
      <p:sp>
        <p:nvSpPr>
          <p:cNvPr id="332" name="Call-out: Bent Line with No Border 32"/>
          <p:cNvSpPr/>
          <p:nvPr/>
        </p:nvSpPr>
        <p:spPr>
          <a:xfrm flipH="1">
            <a:off x="3777840" y="6263640"/>
            <a:ext cx="619560" cy="142560"/>
          </a:xfrm>
          <a:prstGeom prst="callout2">
            <a:avLst>
              <a:gd name="adj1" fmla="val 18750"/>
              <a:gd name="adj2" fmla="val -8333"/>
              <a:gd name="adj3" fmla="val 18750"/>
              <a:gd name="adj4" fmla="val -16667"/>
              <a:gd name="adj5" fmla="val -495332"/>
              <a:gd name="adj6" fmla="val 12500"/>
            </a:avLst>
          </a:prstGeom>
          <a:solidFill>
            <a:schemeClr val="accent6">
              <a:lumMod val="20000"/>
              <a:lumOff val="80000"/>
            </a:schemeClr>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800" b="0" u="none" strike="noStrike">
                <a:solidFill>
                  <a:schemeClr val="dk1"/>
                </a:solidFill>
                <a:effectLst/>
                <a:uFillTx/>
                <a:latin typeface="Arial"/>
              </a:rPr>
              <a:t>Rework</a:t>
            </a:r>
            <a:endParaRPr lang="de-DE" sz="800" b="0" u="none" strike="noStrike">
              <a:solidFill>
                <a:srgbClr val="000000"/>
              </a:solidFill>
              <a:effectLst/>
              <a:uFillTx/>
              <a:latin typeface="Arial"/>
            </a:endParaRPr>
          </a:p>
        </p:txBody>
      </p:sp>
      <p:sp>
        <p:nvSpPr>
          <p:cNvPr id="333" name="Arrow: Right 33"/>
          <p:cNvSpPr/>
          <p:nvPr/>
        </p:nvSpPr>
        <p:spPr>
          <a:xfrm>
            <a:off x="5439960" y="3368160"/>
            <a:ext cx="485280" cy="20628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
        <p:nvSpPr>
          <p:cNvPr id="334" name="Arrow: Right 34"/>
          <p:cNvSpPr/>
          <p:nvPr/>
        </p:nvSpPr>
        <p:spPr>
          <a:xfrm>
            <a:off x="9851760" y="3350160"/>
            <a:ext cx="485280" cy="20628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
        <p:nvSpPr>
          <p:cNvPr id="335" name="Arrow: Right 35"/>
          <p:cNvSpPr/>
          <p:nvPr/>
        </p:nvSpPr>
        <p:spPr>
          <a:xfrm>
            <a:off x="1028160" y="3388320"/>
            <a:ext cx="485280" cy="20628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Order Processing</a:t>
            </a:r>
            <a:endParaRPr lang="es-ES" sz="3000" b="0" u="none" strike="noStrike">
              <a:solidFill>
                <a:schemeClr val="dk1"/>
              </a:solidFill>
              <a:effectLst/>
              <a:uFillTx/>
              <a:latin typeface="Arial"/>
            </a:endParaRPr>
          </a:p>
        </p:txBody>
      </p:sp>
      <p:sp>
        <p:nvSpPr>
          <p:cNvPr id="337" name="PlaceHolder 2"/>
          <p:cNvSpPr>
            <a:spLocks noGrp="1"/>
          </p:cNvSpPr>
          <p:nvPr>
            <p:ph/>
          </p:nvPr>
        </p:nvSpPr>
        <p:spPr>
          <a:xfrm>
            <a:off x="838080" y="1495800"/>
            <a:ext cx="10515240" cy="4996800"/>
          </a:xfrm>
          <a:prstGeom prst="rect">
            <a:avLst/>
          </a:prstGeom>
          <a:noFill/>
          <a:ln w="0">
            <a:noFill/>
          </a:ln>
        </p:spPr>
        <p:txBody>
          <a:bodyPr lIns="90000" rIns="90000" tIns="45000" bIns="45000" anchor="t">
            <a:normAutofit fontScale="25000" lnSpcReduction="19999"/>
          </a:bodyPr>
          <a:p>
            <a:pPr marL="228600" indent="-228600" defTabSz="914400">
              <a:lnSpc>
                <a:spcPct val="90000"/>
              </a:lnSpc>
              <a:spcBef>
                <a:spcPts val="1001"/>
              </a:spcBef>
              <a:buClr>
                <a:srgbClr val="000000"/>
              </a:buClr>
              <a:buFont typeface="Arial"/>
              <a:buChar char="•"/>
            </a:pPr>
            <a:r>
              <a:rPr lang="de-DE" sz="4800" b="0" u="none" strike="noStrike">
                <a:solidFill>
                  <a:schemeClr val="dk1"/>
                </a:solidFill>
                <a:effectLst/>
                <a:uFillTx/>
                <a:latin typeface="Arial"/>
              </a:rPr>
              <a:t>Production Order</a:t>
            </a:r>
            <a:endParaRPr lang="es-ES" sz="4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4800" b="0" u="none" strike="noStrike">
                <a:solidFill>
                  <a:schemeClr val="dk1"/>
                </a:solidFill>
                <a:effectLst/>
                <a:uFillTx/>
                <a:latin typeface="Arial"/>
              </a:rPr>
              <a:t>Order new Robots</a:t>
            </a:r>
            <a:endParaRPr lang="es-ES" sz="4800" b="0" u="none" strike="noStrike">
              <a:solidFill>
                <a:schemeClr val="dk1"/>
              </a:solidFill>
              <a:effectLst/>
              <a:uFillTx/>
              <a:latin typeface="Arial"/>
            </a:endParaRPr>
          </a:p>
          <a:p>
            <a:pPr indent="0" defTabSz="914400">
              <a:lnSpc>
                <a:spcPct val="90000"/>
              </a:lnSpc>
              <a:spcBef>
                <a:spcPts val="499"/>
              </a:spcBef>
              <a:buNone/>
            </a:pPr>
            <a:endParaRPr lang="es-ES" sz="48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de-DE" sz="4800" b="0" u="none" strike="noStrike">
                <a:solidFill>
                  <a:schemeClr val="dk1"/>
                </a:solidFill>
                <a:effectLst/>
                <a:uFillTx/>
                <a:latin typeface="Arial"/>
              </a:rPr>
              <a:t>Manufacturing Order</a:t>
            </a:r>
            <a:endParaRPr lang="es-ES" sz="4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4800" b="0" u="none" strike="noStrike">
                <a:solidFill>
                  <a:schemeClr val="dk1"/>
                </a:solidFill>
                <a:effectLst/>
                <a:uFillTx/>
                <a:latin typeface="Arial"/>
              </a:rPr>
              <a:t>Produce basic parts. 3D print, laser cut, water-jet, miling, composite</a:t>
            </a:r>
            <a:endParaRPr lang="es-ES" sz="4800" b="0" u="none" strike="noStrike">
              <a:solidFill>
                <a:schemeClr val="dk1"/>
              </a:solidFill>
              <a:effectLst/>
              <a:uFillTx/>
              <a:latin typeface="Arial"/>
            </a:endParaRPr>
          </a:p>
          <a:p>
            <a:pPr indent="0" defTabSz="914400">
              <a:lnSpc>
                <a:spcPct val="90000"/>
              </a:lnSpc>
              <a:spcBef>
                <a:spcPts val="499"/>
              </a:spcBef>
              <a:buNone/>
            </a:pPr>
            <a:endParaRPr lang="es-ES" sz="48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de-DE" sz="4800" b="0" u="none" strike="noStrike">
                <a:solidFill>
                  <a:schemeClr val="dk1"/>
                </a:solidFill>
                <a:effectLst/>
                <a:uFillTx/>
                <a:latin typeface="Arial"/>
              </a:rPr>
              <a:t>Procurement Order</a:t>
            </a:r>
            <a:endParaRPr lang="es-ES" sz="4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4800" b="0" u="none" strike="noStrike">
                <a:solidFill>
                  <a:schemeClr val="dk1"/>
                </a:solidFill>
                <a:effectLst/>
                <a:uFillTx/>
                <a:latin typeface="Arial"/>
              </a:rPr>
              <a:t>Order to parts for the assemblies of a robot, a subsystem or components</a:t>
            </a:r>
            <a:endParaRPr lang="es-ES" sz="4800" b="0" u="none" strike="noStrike">
              <a:solidFill>
                <a:schemeClr val="dk1"/>
              </a:solidFill>
              <a:effectLst/>
              <a:uFillTx/>
              <a:latin typeface="Arial"/>
            </a:endParaRPr>
          </a:p>
          <a:p>
            <a:pPr indent="0" defTabSz="914400">
              <a:lnSpc>
                <a:spcPct val="90000"/>
              </a:lnSpc>
              <a:spcBef>
                <a:spcPts val="499"/>
              </a:spcBef>
              <a:buNone/>
            </a:pPr>
            <a:endParaRPr lang="es-ES" sz="48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de-DE" sz="4800" b="0" u="none" strike="noStrike">
                <a:solidFill>
                  <a:schemeClr val="dk1"/>
                </a:solidFill>
                <a:effectLst/>
                <a:uFillTx/>
                <a:latin typeface="Arial"/>
              </a:rPr>
              <a:t>Assembly Order</a:t>
            </a:r>
            <a:endParaRPr lang="es-ES" sz="4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4800" b="0" u="none" strike="noStrike">
                <a:solidFill>
                  <a:schemeClr val="dk1"/>
                </a:solidFill>
                <a:effectLst/>
                <a:uFillTx/>
                <a:latin typeface="Arial"/>
              </a:rPr>
              <a:t>Order to assemble a robot, a subsystem or parts</a:t>
            </a:r>
            <a:endParaRPr lang="es-ES" sz="4800" b="0" u="none" strike="noStrike">
              <a:solidFill>
                <a:schemeClr val="dk1"/>
              </a:solidFill>
              <a:effectLst/>
              <a:uFillTx/>
              <a:latin typeface="Arial"/>
            </a:endParaRPr>
          </a:p>
          <a:p>
            <a:pPr indent="0" defTabSz="914400">
              <a:lnSpc>
                <a:spcPct val="90000"/>
              </a:lnSpc>
              <a:spcBef>
                <a:spcPts val="499"/>
              </a:spcBef>
              <a:buNone/>
            </a:pPr>
            <a:endParaRPr lang="es-ES" sz="48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de-DE" sz="4800" b="0" u="none" strike="noStrike">
                <a:solidFill>
                  <a:schemeClr val="dk1"/>
                </a:solidFill>
                <a:effectLst/>
                <a:uFillTx/>
                <a:latin typeface="Arial"/>
              </a:rPr>
              <a:t>Warehouse Order</a:t>
            </a:r>
            <a:endParaRPr lang="es-ES" sz="4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4800" b="0" u="none" strike="noStrike">
                <a:solidFill>
                  <a:schemeClr val="dk1"/>
                </a:solidFill>
                <a:effectLst/>
                <a:uFillTx/>
                <a:latin typeface="Arial"/>
              </a:rPr>
              <a:t>Order to move something in the storage or get out of in. Or even move it from one storage to the other including commisioning</a:t>
            </a:r>
            <a:endParaRPr lang="es-ES" sz="4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4800" b="0" u="none" strike="noStrike">
                <a:solidFill>
                  <a:schemeClr val="dk1"/>
                </a:solidFill>
                <a:effectLst/>
                <a:uFillTx/>
                <a:latin typeface="Arial"/>
              </a:rPr>
              <a:t> </a:t>
            </a:r>
            <a:endParaRPr lang="es-ES" sz="48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de-DE" sz="4800" b="0" u="none" strike="noStrike">
                <a:solidFill>
                  <a:schemeClr val="dk1"/>
                </a:solidFill>
                <a:effectLst/>
                <a:uFillTx/>
                <a:latin typeface="Arial"/>
              </a:rPr>
              <a:t>Shipment Order</a:t>
            </a:r>
            <a:endParaRPr lang="es-ES" sz="4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4800" b="0" u="none" strike="noStrike">
                <a:solidFill>
                  <a:schemeClr val="dk1"/>
                </a:solidFill>
                <a:effectLst/>
                <a:uFillTx/>
                <a:latin typeface="Arial"/>
              </a:rPr>
              <a:t>Order from customer to ship a robot</a:t>
            </a:r>
            <a:endParaRPr lang="es-ES" sz="4800" b="0" u="none" strike="noStrike">
              <a:solidFill>
                <a:schemeClr val="dk1"/>
              </a:solidFill>
              <a:effectLst/>
              <a:uFillTx/>
              <a:latin typeface="Arial"/>
            </a:endParaRPr>
          </a:p>
          <a:p>
            <a:pPr indent="0" defTabSz="914400">
              <a:lnSpc>
                <a:spcPct val="90000"/>
              </a:lnSpc>
              <a:spcBef>
                <a:spcPts val="499"/>
              </a:spcBef>
              <a:buNone/>
            </a:pPr>
            <a:endParaRPr lang="es-ES" sz="48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de-DE" sz="4800" b="0" u="none" strike="noStrike">
                <a:solidFill>
                  <a:schemeClr val="dk1"/>
                </a:solidFill>
                <a:effectLst/>
                <a:uFillTx/>
                <a:latin typeface="Arial"/>
              </a:rPr>
              <a:t>Recycling Order</a:t>
            </a:r>
            <a:endParaRPr lang="es-ES" sz="4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4800" b="0" u="none" strike="noStrike">
                <a:solidFill>
                  <a:schemeClr val="dk1"/>
                </a:solidFill>
                <a:effectLst/>
                <a:uFillTx/>
                <a:latin typeface="Arial"/>
              </a:rPr>
              <a:t>Order to recycle a robot or subsystems</a:t>
            </a:r>
            <a:endParaRPr lang="es-ES" sz="4800" b="0" u="none" strike="noStrike">
              <a:solidFill>
                <a:schemeClr val="dk1"/>
              </a:solidFill>
              <a:effectLst/>
              <a:uFillTx/>
              <a:latin typeface="Arial"/>
            </a:endParaRPr>
          </a:p>
          <a:p>
            <a:pPr indent="0" defTabSz="914400">
              <a:lnSpc>
                <a:spcPct val="90000"/>
              </a:lnSpc>
              <a:spcBef>
                <a:spcPts val="499"/>
              </a:spcBef>
              <a:buNone/>
            </a:pPr>
            <a:endParaRPr lang="es-ES" sz="48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de-DE" sz="4800" b="0" u="none" strike="noStrike">
                <a:solidFill>
                  <a:schemeClr val="dk1"/>
                </a:solidFill>
                <a:effectLst/>
                <a:uFillTx/>
                <a:latin typeface="Arial"/>
              </a:rPr>
              <a:t>Information Order</a:t>
            </a:r>
            <a:endParaRPr lang="es-ES" sz="4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de-DE" sz="4800" b="0" u="none" strike="noStrike">
                <a:solidFill>
                  <a:schemeClr val="dk1"/>
                </a:solidFill>
                <a:effectLst/>
                <a:uFillTx/>
                <a:latin typeface="Arial"/>
              </a:rPr>
              <a:t>To send or get Information about a certain product, process or equipment </a:t>
            </a:r>
            <a:endParaRPr lang="es-ES" sz="4800" b="0" u="none" strike="noStrik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1a242c"/>
                </a:solidFill>
                <a:effectLst/>
                <a:uFillTx/>
                <a:latin typeface="Open Sans"/>
              </a:rPr>
              <a:t>Order processing</a:t>
            </a:r>
            <a:endParaRPr lang="es-ES" sz="3000" b="0" u="none" strike="noStrike">
              <a:solidFill>
                <a:schemeClr val="dk1"/>
              </a:solidFill>
              <a:effectLst/>
              <a:uFillTx/>
              <a:latin typeface="Arial"/>
            </a:endParaRPr>
          </a:p>
        </p:txBody>
      </p:sp>
      <p:pic>
        <p:nvPicPr>
          <p:cNvPr id="339" name="Picture 2" descr="Die Abbildung zeigt einen Prozess mit Prozessschritten und Aufgaben. Sie sehen die verschiedenen Status des Prozesses, die Prozessschritte und Aufgaben sowie den berechneten Fortschritt der Prozessschritte und des Prozesses. Eine detaillierte Beschreibung folgt weiter unten im Text."/>
          <p:cNvPicPr/>
          <p:nvPr/>
        </p:nvPicPr>
        <p:blipFill>
          <a:blip r:embed="rId1"/>
          <a:stretch/>
        </p:blipFill>
        <p:spPr>
          <a:xfrm>
            <a:off x="1381680" y="1977840"/>
            <a:ext cx="4201560" cy="2257920"/>
          </a:xfrm>
          <a:prstGeom prst="rect">
            <a:avLst/>
          </a:prstGeom>
          <a:noFill/>
          <a:ln w="0">
            <a:noFill/>
          </a:ln>
        </p:spPr>
      </p:pic>
      <p:sp>
        <p:nvSpPr>
          <p:cNvPr id="340" name="TextBox 4"/>
          <p:cNvSpPr/>
          <p:nvPr/>
        </p:nvSpPr>
        <p:spPr>
          <a:xfrm>
            <a:off x="1632240" y="4561920"/>
            <a:ext cx="9124560" cy="522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000" b="0" u="sng" strike="noStrike">
                <a:solidFill>
                  <a:schemeClr val="dk1"/>
                </a:solidFill>
                <a:effectLst/>
                <a:uFillTx/>
                <a:latin typeface="Arial"/>
                <a:hlinkClick r:id="rId2"/>
              </a:rPr>
              <a:t>https://help.sap.com/docs/SAP_INTEGRATED_BUSINESS_PLANNING/feae3cea3cc549aaa9d9de7d363a83e6/dedfcdc68f814333acab0763eb35bb01.html</a:t>
            </a:r>
            <a:endParaRPr lang="de-DE" sz="1000" b="0" u="none" strike="noStrike">
              <a:solidFill>
                <a:srgbClr val="000000"/>
              </a:solidFill>
              <a:effectLst/>
              <a:uFillTx/>
              <a:latin typeface="Arial"/>
            </a:endParaRPr>
          </a:p>
          <a:p>
            <a:pPr defTabSz="914400">
              <a:lnSpc>
                <a:spcPct val="100000"/>
              </a:lnSpc>
            </a:pPr>
            <a:endParaRPr lang="de-DE" sz="1800" b="0" u="none" strike="noStrike">
              <a:solidFill>
                <a:srgbClr val="000000"/>
              </a:solidFill>
              <a:effectLst/>
              <a:uFillTx/>
              <a:latin typeface="Arial"/>
            </a:endParaRPr>
          </a:p>
        </p:txBody>
      </p:sp>
      <p:pic>
        <p:nvPicPr>
          <p:cNvPr id="341" name="Picture 4" descr="Die Abbildung zeigt alle Status der verschiedenen Hierarchie-Ebenen in Form einer Pyramide. Oben stehen die Status für die Prozessebene, darunter die Status für die Prozessschrittebene und die Aufgabenebene. Die einzelnen Status werden zudem in den folgenden Abschnitten im Detail erklärt."/>
          <p:cNvPicPr/>
          <p:nvPr/>
        </p:nvPicPr>
        <p:blipFill>
          <a:blip r:embed="rId3"/>
          <a:stretch/>
        </p:blipFill>
        <p:spPr>
          <a:xfrm>
            <a:off x="6678000" y="786600"/>
            <a:ext cx="4495320" cy="293184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2208960" y="431640"/>
            <a:ext cx="8102160" cy="1325160"/>
          </a:xfrm>
          <a:prstGeom prst="rect">
            <a:avLst/>
          </a:prstGeom>
          <a:noFill/>
          <a:ln w="0">
            <a:noFill/>
          </a:ln>
        </p:spPr>
        <p:txBody>
          <a:bodyPr lIns="91440" rIns="91440" tIns="45720" bIns="45720" anchor="ctr">
            <a:noAutofit/>
          </a:bodyPr>
          <a:p>
            <a:pPr indent="0" defTabSz="914400">
              <a:lnSpc>
                <a:spcPct val="90000"/>
              </a:lnSpc>
              <a:buNone/>
            </a:pPr>
            <a:r>
              <a:rPr lang="en-US" sz="4400" b="0" u="none" strike="noStrike">
                <a:solidFill>
                  <a:srgbClr val="2f5496"/>
                </a:solidFill>
                <a:effectLst/>
                <a:uFillTx/>
                <a:latin typeface="Calibri Light"/>
                <a:ea typeface="Times New Roman"/>
              </a:rPr>
              <a:t>Naming, Serials and Tagging</a:t>
            </a:r>
            <a:endParaRPr lang="es-ES" sz="4400" b="0" u="none" strike="noStrike">
              <a:solidFill>
                <a:schemeClr val="dk1"/>
              </a:solidFill>
              <a:effectLst/>
              <a:uFillTx/>
              <a:latin typeface="Arial"/>
            </a:endParaRPr>
          </a:p>
        </p:txBody>
      </p:sp>
      <p:sp>
        <p:nvSpPr>
          <p:cNvPr id="343" name="PlaceHolder 2"/>
          <p:cNvSpPr>
            <a:spLocks noGrp="1"/>
          </p:cNvSpPr>
          <p:nvPr>
            <p:ph/>
          </p:nvPr>
        </p:nvSpPr>
        <p:spPr>
          <a:xfrm>
            <a:off x="900000" y="1405080"/>
            <a:ext cx="8921160" cy="3314880"/>
          </a:xfrm>
          <a:prstGeom prst="rect">
            <a:avLst/>
          </a:prstGeom>
          <a:noFill/>
          <a:ln w="0">
            <a:noFill/>
          </a:ln>
        </p:spPr>
        <p:txBody>
          <a:bodyPr lIns="90000" rIns="90000" tIns="45000" bIns="45000" anchor="t">
            <a:noAutofit/>
          </a:bodyPr>
          <a:p>
            <a:pPr indent="0" defTabSz="914400">
              <a:lnSpc>
                <a:spcPct val="100000"/>
              </a:lnSpc>
              <a:buNone/>
              <a:tabLst>
                <a:tab algn="l" pos="0"/>
              </a:tabLst>
            </a:pPr>
            <a:r>
              <a:rPr lang="en-US" sz="1000" b="0" u="none" strike="noStrike">
                <a:solidFill>
                  <a:schemeClr val="dk1"/>
                </a:solidFill>
                <a:effectLst/>
                <a:uFillTx/>
                <a:latin typeface="Calibri"/>
                <a:ea typeface="Calibri"/>
              </a:rPr>
              <a:t>Supports training and skills development for production staff.</a:t>
            </a:r>
            <a:r>
              <a:rPr lang="en-US" sz="1050" b="0" u="none" strike="noStrike">
                <a:solidFill>
                  <a:schemeClr val="dk1"/>
                </a:solidFill>
                <a:effectLst/>
                <a:uFillTx/>
                <a:latin typeface="Calibri"/>
                <a:ea typeface="Times New Roman"/>
              </a:rPr>
              <a:t> </a:t>
            </a:r>
            <a:r>
              <a:rPr lang="en-US" sz="1000" b="0" u="none" strike="noStrike">
                <a:solidFill>
                  <a:schemeClr val="dk1"/>
                </a:solidFill>
                <a:effectLst/>
                <a:uFillTx/>
                <a:latin typeface="Calibri"/>
                <a:ea typeface="Calibri"/>
              </a:rPr>
              <a:t> Tags can provide instructional information or guidance for handling specific parts or processes. Helps assess the effectiveness of training programs skills by tracking performance and handling of tagged parts.</a:t>
            </a:r>
            <a:endParaRPr lang="es-ES" sz="1000" b="0" u="none" strike="noStrike">
              <a:solidFill>
                <a:schemeClr val="dk1"/>
              </a:solidFill>
              <a:effectLst/>
              <a:uFillTx/>
              <a:latin typeface="Arial"/>
            </a:endParaRPr>
          </a:p>
          <a:p>
            <a:pPr indent="0" defTabSz="914400">
              <a:lnSpc>
                <a:spcPct val="100000"/>
              </a:lnSpc>
              <a:buNone/>
              <a:tabLst>
                <a:tab algn="l" pos="0"/>
              </a:tabLst>
            </a:pPr>
            <a:endParaRPr lang="es-ES" sz="1000" b="0" u="none" strike="noStrike">
              <a:solidFill>
                <a:schemeClr val="dk1"/>
              </a:solidFill>
              <a:effectLst/>
              <a:uFillTx/>
              <a:latin typeface="Arial"/>
            </a:endParaRPr>
          </a:p>
          <a:p>
            <a:pPr indent="0" defTabSz="914400">
              <a:lnSpc>
                <a:spcPct val="100000"/>
              </a:lnSpc>
              <a:buNone/>
              <a:tabLst>
                <a:tab algn="l" pos="0"/>
              </a:tabLst>
            </a:pPr>
            <a:r>
              <a:rPr lang="en-US" sz="1000" b="0" u="none" strike="noStrike">
                <a:solidFill>
                  <a:schemeClr val="dk1"/>
                </a:solidFill>
                <a:effectLst/>
                <a:uFillTx/>
                <a:latin typeface="Calibri"/>
                <a:ea typeface="Calibri"/>
              </a:rPr>
              <a:t>RFID </a:t>
            </a:r>
            <a:r>
              <a:rPr lang="en-US" sz="1000" b="0" u="none" strike="noStrike">
                <a:solidFill>
                  <a:schemeClr val="dk1"/>
                </a:solidFill>
                <a:effectLst/>
                <a:uFillTx/>
                <a:latin typeface="Calibri"/>
                <a:ea typeface="Calibri"/>
              </a:rPr>
              <a:t>	</a:t>
            </a:r>
            <a:r>
              <a:rPr lang="en-US" sz="1000" b="0" u="none" strike="noStrike">
                <a:solidFill>
                  <a:schemeClr val="dk1"/>
                </a:solidFill>
                <a:effectLst/>
                <a:uFillTx/>
                <a:latin typeface="Calibri"/>
                <a:ea typeface="Calibri"/>
              </a:rPr>
              <a:t>Tagging Robots and Sub-Systems</a:t>
            </a:r>
            <a:endParaRPr lang="es-ES" sz="1000" b="0" u="none" strike="noStrike">
              <a:solidFill>
                <a:schemeClr val="dk1"/>
              </a:solidFill>
              <a:effectLst/>
              <a:uFillTx/>
              <a:latin typeface="Arial"/>
            </a:endParaRPr>
          </a:p>
          <a:p>
            <a:pPr indent="0" defTabSz="914400">
              <a:lnSpc>
                <a:spcPct val="100000"/>
              </a:lnSpc>
              <a:buNone/>
              <a:tabLst>
                <a:tab algn="l" pos="0"/>
              </a:tabLst>
            </a:pPr>
            <a:r>
              <a:rPr lang="en-US" sz="1000" b="0" u="none" strike="noStrike">
                <a:solidFill>
                  <a:schemeClr val="dk1"/>
                </a:solidFill>
                <a:effectLst/>
                <a:uFillTx/>
                <a:latin typeface="Calibri"/>
                <a:ea typeface="Calibri"/>
              </a:rPr>
              <a:t>Robot Laser Coded QR, Data-Matrix-Code Tag on Baseplate including Robot Serial Number</a:t>
            </a:r>
            <a:endParaRPr lang="es-ES" sz="1000" b="0" u="none" strike="noStrike">
              <a:solidFill>
                <a:schemeClr val="dk1"/>
              </a:solidFill>
              <a:effectLst/>
              <a:uFillTx/>
              <a:latin typeface="Arial"/>
            </a:endParaRPr>
          </a:p>
          <a:p>
            <a:pPr indent="0" defTabSz="914400">
              <a:lnSpc>
                <a:spcPct val="90000"/>
              </a:lnSpc>
              <a:spcBef>
                <a:spcPts val="1001"/>
              </a:spcBef>
              <a:buNone/>
              <a:tabLst>
                <a:tab algn="l" pos="0"/>
              </a:tabLst>
            </a:pPr>
            <a:endParaRPr lang="es-ES" sz="10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lang="en-US" sz="1000" b="0" u="none" strike="noStrike">
                <a:solidFill>
                  <a:schemeClr val="dk1"/>
                </a:solidFill>
                <a:effectLst/>
                <a:uFillTx/>
                <a:latin typeface="Calibri"/>
                <a:ea typeface="Calibri"/>
              </a:rPr>
              <a:t>Data Matrix Code or QR Code</a:t>
            </a:r>
            <a:r>
              <a:rPr lang="en-US" sz="1000" b="0" u="none" strike="noStrike">
                <a:solidFill>
                  <a:schemeClr val="dk1"/>
                </a:solidFill>
                <a:effectLst/>
                <a:uFillTx/>
                <a:latin typeface="Calibri"/>
                <a:ea typeface="Calibri"/>
              </a:rPr>
              <a:t>	</a:t>
            </a:r>
            <a:r>
              <a:rPr lang="en-US" sz="1000" b="0" u="none" strike="noStrike">
                <a:solidFill>
                  <a:schemeClr val="dk1"/>
                </a:solidFill>
                <a:effectLst/>
                <a:uFillTx/>
                <a:latin typeface="Calibri"/>
                <a:ea typeface="Calibri"/>
              </a:rPr>
              <a:t>Tagging Components and Parts</a:t>
            </a:r>
            <a:endParaRPr lang="es-ES" sz="10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lang="en-US" sz="1000" b="0" u="none" strike="noStrike">
                <a:solidFill>
                  <a:schemeClr val="dk1"/>
                </a:solidFill>
                <a:effectLst/>
                <a:uFillTx/>
                <a:latin typeface="Calibri"/>
                <a:ea typeface="Calibri"/>
              </a:rPr>
              <a:t>Robot RFID-Tag on Base part of the Controller</a:t>
            </a:r>
            <a:endParaRPr lang="es-ES" sz="1000" b="0" u="none" strike="noStrike">
              <a:solidFill>
                <a:schemeClr val="dk1"/>
              </a:solidFill>
              <a:effectLst/>
              <a:uFillTx/>
              <a:latin typeface="Arial"/>
            </a:endParaRPr>
          </a:p>
          <a:p>
            <a:pPr indent="0" defTabSz="914400">
              <a:lnSpc>
                <a:spcPct val="100000"/>
              </a:lnSpc>
              <a:buNone/>
              <a:tabLst>
                <a:tab algn="l" pos="0"/>
              </a:tabLst>
            </a:pPr>
            <a:r>
              <a:rPr lang="en-US" sz="1000" b="0" u="none" strike="noStrike">
                <a:solidFill>
                  <a:schemeClr val="dk1"/>
                </a:solidFill>
                <a:effectLst/>
                <a:uFillTx/>
                <a:latin typeface="Calibri"/>
                <a:ea typeface="Calibri"/>
              </a:rPr>
              <a:t>	</a:t>
            </a:r>
            <a:r>
              <a:rPr lang="en-US" sz="1000" b="0" u="none" strike="noStrike">
                <a:solidFill>
                  <a:schemeClr val="dk1"/>
                </a:solidFill>
                <a:effectLst/>
                <a:uFillTx/>
                <a:latin typeface="Calibri"/>
                <a:ea typeface="Calibri"/>
              </a:rPr>
              <a:t>Laser Engraved Code on Sensor boxes and Base parts for the Drive Systems</a:t>
            </a:r>
            <a:endParaRPr lang="es-ES" sz="1000" b="0" u="none" strike="noStrike">
              <a:solidFill>
                <a:schemeClr val="dk1"/>
              </a:solidFill>
              <a:effectLst/>
              <a:uFillTx/>
              <a:latin typeface="Arial"/>
            </a:endParaRPr>
          </a:p>
          <a:p>
            <a:pPr indent="0" defTabSz="914400">
              <a:lnSpc>
                <a:spcPct val="100000"/>
              </a:lnSpc>
              <a:buNone/>
              <a:tabLst>
                <a:tab algn="l" pos="0"/>
              </a:tabLst>
            </a:pPr>
            <a:r>
              <a:rPr lang="en-US" sz="1000" b="0" u="none" strike="noStrike">
                <a:solidFill>
                  <a:schemeClr val="dk1"/>
                </a:solidFill>
                <a:effectLst/>
                <a:uFillTx/>
                <a:latin typeface="Calibri"/>
                <a:ea typeface="Calibri"/>
              </a:rPr>
              <a:t>	</a:t>
            </a:r>
            <a:r>
              <a:rPr lang="en-US" sz="1000" b="0" u="none" strike="noStrike">
                <a:solidFill>
                  <a:schemeClr val="dk1"/>
                </a:solidFill>
                <a:effectLst/>
                <a:uFillTx/>
                <a:latin typeface="Calibri"/>
                <a:ea typeface="Calibri"/>
              </a:rPr>
              <a:t>QR Code includes a Link to LCAM Platform  </a:t>
            </a:r>
            <a:endParaRPr lang="es-ES" sz="1000" b="0" u="none" strike="noStrike">
              <a:solidFill>
                <a:schemeClr val="dk1"/>
              </a:solidFill>
              <a:effectLst/>
              <a:uFillTx/>
              <a:latin typeface="Arial"/>
            </a:endParaRPr>
          </a:p>
          <a:p>
            <a:pPr indent="0" defTabSz="914400">
              <a:lnSpc>
                <a:spcPct val="100000"/>
              </a:lnSpc>
              <a:buNone/>
              <a:tabLst>
                <a:tab algn="l" pos="0"/>
              </a:tabLst>
            </a:pPr>
            <a:r>
              <a:rPr lang="en-US" sz="1000" b="0" u="none" strike="noStrike">
                <a:solidFill>
                  <a:schemeClr val="dk1"/>
                </a:solidFill>
                <a:effectLst/>
                <a:uFillTx/>
                <a:latin typeface="Calibri"/>
                <a:ea typeface="Calibri"/>
                <a:hlinkClick r:id="rId1"/>
              </a:rPr>
              <a:t>	https://lcamp.eu/activity/an-open-innovation-community/?Serial=LCAMP-240912120212</a:t>
            </a:r>
            <a:endParaRPr lang="es-ES" sz="1000" b="0" u="none" strike="noStrike">
              <a:solidFill>
                <a:schemeClr val="dk1"/>
              </a:solidFill>
              <a:effectLst/>
              <a:uFillTx/>
              <a:latin typeface="Arial"/>
            </a:endParaRPr>
          </a:p>
          <a:p>
            <a:pPr indent="0" defTabSz="914400">
              <a:lnSpc>
                <a:spcPct val="90000"/>
              </a:lnSpc>
              <a:spcBef>
                <a:spcPts val="1001"/>
              </a:spcBef>
              <a:buNone/>
              <a:tabLst>
                <a:tab algn="l" pos="0"/>
              </a:tabLst>
            </a:pPr>
            <a:endParaRPr lang="es-ES" sz="1000" b="0" u="none" strike="noStrike">
              <a:solidFill>
                <a:schemeClr val="dk1"/>
              </a:solidFill>
              <a:effectLst/>
              <a:uFillTx/>
              <a:latin typeface="Arial"/>
            </a:endParaRPr>
          </a:p>
          <a:p>
            <a:pPr indent="0" defTabSz="914400">
              <a:lnSpc>
                <a:spcPct val="90000"/>
              </a:lnSpc>
              <a:spcBef>
                <a:spcPts val="1001"/>
              </a:spcBef>
              <a:buNone/>
              <a:tabLst>
                <a:tab algn="l" pos="0"/>
              </a:tabLst>
            </a:pPr>
            <a:endParaRPr lang="es-ES" sz="2800" b="0" u="none" strike="noStrike">
              <a:solidFill>
                <a:schemeClr val="dk1"/>
              </a:solidFill>
              <a:effectLst/>
              <a:uFillTx/>
              <a:latin typeface="Arial"/>
            </a:endParaRPr>
          </a:p>
        </p:txBody>
      </p:sp>
      <p:pic>
        <p:nvPicPr>
          <p:cNvPr id="344" name="Picture 1" descr="A qr code on a white background&#10;&#10;Description automatically generated"/>
          <p:cNvPicPr/>
          <p:nvPr/>
        </p:nvPicPr>
        <p:blipFill>
          <a:blip r:embed="rId2"/>
          <a:stretch/>
        </p:blipFill>
        <p:spPr>
          <a:xfrm>
            <a:off x="10245960" y="865080"/>
            <a:ext cx="1333080" cy="133632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Overview LCAMP Configurator</a:t>
            </a:r>
            <a:endParaRPr lang="es-ES" sz="3000" b="0" u="none" strike="noStrike">
              <a:solidFill>
                <a:schemeClr val="dk1"/>
              </a:solidFill>
              <a:effectLst/>
              <a:uFillTx/>
              <a:latin typeface="Arial"/>
            </a:endParaRPr>
          </a:p>
        </p:txBody>
      </p:sp>
      <p:sp>
        <p:nvSpPr>
          <p:cNvPr id="346" name="PlaceHolder 2"/>
          <p:cNvSpPr>
            <a:spLocks noGrp="1"/>
          </p:cNvSpPr>
          <p:nvPr>
            <p:ph/>
          </p:nvPr>
        </p:nvSpPr>
        <p:spPr>
          <a:xfrm>
            <a:off x="0" y="0"/>
            <a:ext cx="0" cy="0"/>
          </a:xfrm>
          <a:prstGeom prst="rect">
            <a:avLst/>
          </a:prstGeom>
          <a:noFill/>
          <a:ln w="0">
            <a:noFill/>
          </a:ln>
        </p:spPr>
        <p:txBody>
          <a:bodyPr lIns="90000" rIns="90000" tIns="-45000" bIns="-45000" anchor="t">
            <a:noAutofit/>
          </a:bodyPr>
          <a:p>
            <a:pPr indent="0">
              <a:lnSpc>
                <a:spcPct val="90000"/>
              </a:lnSpc>
              <a:spcBef>
                <a:spcPts val="1417"/>
              </a:spcBef>
              <a:buNone/>
            </a:pPr>
            <a:endParaRPr lang="es-ES" sz="2800" b="0" u="none" strike="noStrike">
              <a:solidFill>
                <a:schemeClr val="dk1"/>
              </a:solidFill>
              <a:effectLst/>
              <a:uFillTx/>
              <a:latin typeface="Arial"/>
            </a:endParaRPr>
          </a:p>
        </p:txBody>
      </p:sp>
      <p:pic>
        <p:nvPicPr>
          <p:cNvPr id="347" name="Picture 4" descr="A screenshot of a computer&#10;&#10;AI-generated content may be incorrect."/>
          <p:cNvPicPr/>
          <p:nvPr/>
        </p:nvPicPr>
        <p:blipFill>
          <a:blip r:embed="rId1"/>
          <a:stretch/>
        </p:blipFill>
        <p:spPr>
          <a:xfrm>
            <a:off x="258120" y="1259280"/>
            <a:ext cx="1497960" cy="4519440"/>
          </a:xfrm>
          <a:prstGeom prst="rect">
            <a:avLst/>
          </a:prstGeom>
          <a:noFill/>
          <a:ln w="0">
            <a:noFill/>
          </a:ln>
        </p:spPr>
      </p:pic>
      <p:sp>
        <p:nvSpPr>
          <p:cNvPr id="348" name="Rectangle: Rounded Corners 5"/>
          <p:cNvSpPr/>
          <p:nvPr/>
        </p:nvSpPr>
        <p:spPr>
          <a:xfrm>
            <a:off x="4163760" y="5279760"/>
            <a:ext cx="7516440" cy="692280"/>
          </a:xfrm>
          <a:prstGeom prst="roundRect">
            <a:avLst>
              <a:gd name="adj" fmla="val 16667"/>
            </a:avLst>
          </a:prstGeom>
          <a:gradFill rotWithShape="0">
            <a:gsLst>
              <a:gs pos="0">
                <a:srgbClr val="b1cbe9"/>
              </a:gs>
              <a:gs pos="50000">
                <a:srgbClr val="a2c1e4"/>
              </a:gs>
              <a:gs pos="100000">
                <a:srgbClr val="92b9e3"/>
              </a:gs>
            </a:gsLst>
            <a:lin ang="5400000"/>
          </a:gradFill>
          <a:ln>
            <a:solidFill>
              <a:srgbClr val="5b9bd5"/>
            </a:solidFill>
          </a:ln>
        </p:spPr>
        <p:style>
          <a:lnRef idx="1">
            <a:schemeClr val="accent5"/>
          </a:lnRef>
          <a:fillRef idx="2">
            <a:schemeClr val="accent5"/>
          </a:fillRef>
          <a:effectRef idx="1">
            <a:schemeClr val="accent5"/>
          </a:effectRef>
          <a:fontRef idx="minor"/>
        </p:style>
        <p:txBody>
          <a:bodyPr lIns="90000" rIns="90000" tIns="45000" bIns="45000" anchor="ctr">
            <a:noAutofit/>
          </a:bodyPr>
          <a:p>
            <a:pPr algn="ctr" defTabSz="914400">
              <a:lnSpc>
                <a:spcPct val="100000"/>
              </a:lnSpc>
            </a:pPr>
            <a:r>
              <a:rPr lang="de-DE" sz="1400" b="0" u="none" strike="noStrike">
                <a:solidFill>
                  <a:schemeClr val="dk1"/>
                </a:solidFill>
                <a:effectLst/>
                <a:uFillTx/>
                <a:latin typeface="Arial"/>
              </a:rPr>
              <a:t>Configurator.Core</a:t>
            </a:r>
            <a:endParaRPr lang="de-DE" sz="1400" b="0" u="none" strike="noStrike">
              <a:solidFill>
                <a:srgbClr val="000000"/>
              </a:solidFill>
              <a:effectLst/>
              <a:uFillTx/>
              <a:latin typeface="Arial"/>
            </a:endParaRPr>
          </a:p>
          <a:p>
            <a:pPr algn="ctr" defTabSz="914400">
              <a:lnSpc>
                <a:spcPct val="100000"/>
              </a:lnSpc>
            </a:pPr>
            <a:r>
              <a:rPr lang="de-DE" sz="1400" b="0" u="none" strike="noStrike">
                <a:solidFill>
                  <a:schemeClr val="dk1"/>
                </a:solidFill>
                <a:effectLst/>
                <a:uFillTx/>
                <a:latin typeface="Arial"/>
              </a:rPr>
              <a:t>Basic Classes</a:t>
            </a:r>
            <a:endParaRPr lang="de-DE" sz="1400" b="0" u="none" strike="noStrike">
              <a:solidFill>
                <a:srgbClr val="000000"/>
              </a:solidFill>
              <a:effectLst/>
              <a:uFillTx/>
              <a:latin typeface="Arial"/>
            </a:endParaRPr>
          </a:p>
        </p:txBody>
      </p:sp>
      <p:sp>
        <p:nvSpPr>
          <p:cNvPr id="349" name="Rectangle: Rounded Corners 6"/>
          <p:cNvSpPr/>
          <p:nvPr/>
        </p:nvSpPr>
        <p:spPr>
          <a:xfrm>
            <a:off x="8812080" y="4489200"/>
            <a:ext cx="2372040" cy="692280"/>
          </a:xfrm>
          <a:prstGeom prst="roundRect">
            <a:avLst>
              <a:gd name="adj" fmla="val 16667"/>
            </a:avLst>
          </a:prstGeom>
          <a:gradFill rotWithShape="0">
            <a:gsLst>
              <a:gs pos="0">
                <a:srgbClr val="b1cbe9"/>
              </a:gs>
              <a:gs pos="50000">
                <a:srgbClr val="a2c1e4"/>
              </a:gs>
              <a:gs pos="100000">
                <a:srgbClr val="92b9e3"/>
              </a:gs>
            </a:gsLst>
            <a:lin ang="5400000"/>
          </a:gradFill>
          <a:ln>
            <a:solidFill>
              <a:srgbClr val="5b9bd5"/>
            </a:solidFill>
          </a:ln>
        </p:spPr>
        <p:style>
          <a:lnRef idx="1">
            <a:schemeClr val="accent5"/>
          </a:lnRef>
          <a:fillRef idx="2">
            <a:schemeClr val="accent5"/>
          </a:fillRef>
          <a:effectRef idx="1">
            <a:schemeClr val="accent5"/>
          </a:effectRef>
          <a:fontRef idx="minor"/>
        </p:style>
        <p:txBody>
          <a:bodyPr lIns="90000" rIns="90000" tIns="45000" bIns="45000" anchor="ctr">
            <a:noAutofit/>
          </a:bodyPr>
          <a:p>
            <a:pPr algn="ctr" defTabSz="914400">
              <a:lnSpc>
                <a:spcPct val="100000"/>
              </a:lnSpc>
            </a:pPr>
            <a:r>
              <a:rPr lang="de-DE" sz="1400" b="0" u="none" strike="noStrike">
                <a:solidFill>
                  <a:schemeClr val="dk1"/>
                </a:solidFill>
                <a:effectLst/>
                <a:uFillTx/>
                <a:latin typeface="Arial"/>
              </a:rPr>
              <a:t>Configurator.Exporter</a:t>
            </a:r>
            <a:endParaRPr lang="de-DE" sz="14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Library to Import-Export Robot</a:t>
            </a:r>
            <a:endParaRPr lang="de-DE" sz="1200" b="0" u="none" strike="noStrike">
              <a:solidFill>
                <a:srgbClr val="000000"/>
              </a:solidFill>
              <a:effectLst/>
              <a:uFillTx/>
              <a:latin typeface="Arial"/>
            </a:endParaRPr>
          </a:p>
        </p:txBody>
      </p:sp>
      <p:sp>
        <p:nvSpPr>
          <p:cNvPr id="350" name="Rectangle: Rounded Corners 7"/>
          <p:cNvSpPr/>
          <p:nvPr/>
        </p:nvSpPr>
        <p:spPr>
          <a:xfrm>
            <a:off x="4149720" y="4489200"/>
            <a:ext cx="2112480" cy="69228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400" b="0" u="none" strike="noStrike">
                <a:solidFill>
                  <a:schemeClr val="lt1"/>
                </a:solidFill>
                <a:effectLst/>
                <a:uFillTx/>
                <a:latin typeface="Arial"/>
              </a:rPr>
              <a:t>Configurator.Color</a:t>
            </a:r>
            <a:endParaRPr lang="de-DE" sz="1400" b="0" u="none" strike="noStrike">
              <a:solidFill>
                <a:srgbClr val="ffffff"/>
              </a:solidFill>
              <a:effectLst/>
              <a:uFillTx/>
              <a:latin typeface="Arial"/>
            </a:endParaRPr>
          </a:p>
          <a:p>
            <a:pPr algn="ctr" defTabSz="914400">
              <a:lnSpc>
                <a:spcPct val="100000"/>
              </a:lnSpc>
            </a:pPr>
            <a:r>
              <a:rPr lang="de-DE" sz="1400" b="0" u="none" strike="noStrike">
                <a:solidFill>
                  <a:schemeClr val="lt1"/>
                </a:solidFill>
                <a:effectLst/>
                <a:uFillTx/>
                <a:latin typeface="Arial"/>
              </a:rPr>
              <a:t>Scheme Mangement</a:t>
            </a:r>
            <a:endParaRPr lang="de-DE" sz="1400" b="0" u="none" strike="noStrike">
              <a:solidFill>
                <a:srgbClr val="ffffff"/>
              </a:solidFill>
              <a:effectLst/>
              <a:uFillTx/>
              <a:latin typeface="Arial"/>
            </a:endParaRPr>
          </a:p>
        </p:txBody>
      </p:sp>
      <p:sp>
        <p:nvSpPr>
          <p:cNvPr id="351" name="Rectangle: Rounded Corners 8"/>
          <p:cNvSpPr/>
          <p:nvPr/>
        </p:nvSpPr>
        <p:spPr>
          <a:xfrm>
            <a:off x="7609680" y="2639880"/>
            <a:ext cx="2112480" cy="69228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400" b="0" u="none" strike="noStrike">
                <a:solidFill>
                  <a:schemeClr val="lt1"/>
                </a:solidFill>
                <a:effectLst/>
                <a:uFillTx/>
                <a:latin typeface="Arial"/>
              </a:rPr>
              <a:t>LCAMP Configurator</a:t>
            </a:r>
            <a:endParaRPr lang="de-DE" sz="1400" b="0" u="none" strike="noStrike">
              <a:solidFill>
                <a:srgbClr val="ffffff"/>
              </a:solidFill>
              <a:effectLst/>
              <a:uFillTx/>
              <a:latin typeface="Arial"/>
            </a:endParaRPr>
          </a:p>
          <a:p>
            <a:pPr algn="ctr" defTabSz="914400">
              <a:lnSpc>
                <a:spcPct val="100000"/>
              </a:lnSpc>
            </a:pPr>
            <a:r>
              <a:rPr lang="de-DE" sz="1400" b="0" u="none" strike="noStrike">
                <a:solidFill>
                  <a:schemeClr val="lt1"/>
                </a:solidFill>
                <a:effectLst/>
                <a:uFillTx/>
                <a:latin typeface="Arial"/>
              </a:rPr>
              <a:t>Graphical User Inteface</a:t>
            </a:r>
            <a:endParaRPr lang="de-DE" sz="1400" b="0" u="none" strike="noStrike">
              <a:solidFill>
                <a:srgbClr val="ffffff"/>
              </a:solidFill>
              <a:effectLst/>
              <a:uFillTx/>
              <a:latin typeface="Arial"/>
            </a:endParaRPr>
          </a:p>
        </p:txBody>
      </p:sp>
      <p:sp>
        <p:nvSpPr>
          <p:cNvPr id="352" name="Rectangle: Rounded Corners 9"/>
          <p:cNvSpPr/>
          <p:nvPr/>
        </p:nvSpPr>
        <p:spPr>
          <a:xfrm>
            <a:off x="5370120" y="2639880"/>
            <a:ext cx="2112480" cy="69228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400" b="0" u="none" strike="noStrike">
                <a:solidFill>
                  <a:schemeClr val="lt1"/>
                </a:solidFill>
                <a:effectLst/>
                <a:uFillTx/>
                <a:latin typeface="Arial"/>
              </a:rPr>
              <a:t>LCAMP Process</a:t>
            </a:r>
            <a:endParaRPr lang="de-DE" sz="1400" b="0" u="none" strike="noStrike">
              <a:solidFill>
                <a:srgbClr val="ffffff"/>
              </a:solidFill>
              <a:effectLst/>
              <a:uFillTx/>
              <a:latin typeface="Arial"/>
            </a:endParaRPr>
          </a:p>
          <a:p>
            <a:pPr algn="ctr" defTabSz="914400">
              <a:lnSpc>
                <a:spcPct val="100000"/>
              </a:lnSpc>
            </a:pPr>
            <a:r>
              <a:rPr lang="de-DE" sz="1400" b="0" u="none" strike="noStrike">
                <a:solidFill>
                  <a:schemeClr val="lt1"/>
                </a:solidFill>
                <a:effectLst/>
                <a:uFillTx/>
                <a:latin typeface="Arial"/>
              </a:rPr>
              <a:t>Graphical Process Tool</a:t>
            </a:r>
            <a:endParaRPr lang="de-DE" sz="1400" b="0" u="none" strike="noStrike">
              <a:solidFill>
                <a:srgbClr val="ffffff"/>
              </a:solidFill>
              <a:effectLst/>
              <a:uFillTx/>
              <a:latin typeface="Arial"/>
            </a:endParaRPr>
          </a:p>
        </p:txBody>
      </p:sp>
      <p:sp>
        <p:nvSpPr>
          <p:cNvPr id="353" name="Rectangle: Rounded Corners 10"/>
          <p:cNvSpPr/>
          <p:nvPr/>
        </p:nvSpPr>
        <p:spPr>
          <a:xfrm>
            <a:off x="9849240" y="2639880"/>
            <a:ext cx="2112480" cy="69228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400" b="0" u="none" strike="noStrike">
                <a:solidFill>
                  <a:schemeClr val="lt1"/>
                </a:solidFill>
                <a:effectLst/>
                <a:uFillTx/>
                <a:latin typeface="Arial"/>
              </a:rPr>
              <a:t>STL Viewer</a:t>
            </a:r>
            <a:endParaRPr lang="de-DE" sz="1400" b="0" u="none" strike="noStrike">
              <a:solidFill>
                <a:srgbClr val="ffffff"/>
              </a:solidFill>
              <a:effectLst/>
              <a:uFillTx/>
              <a:latin typeface="Arial"/>
            </a:endParaRPr>
          </a:p>
          <a:p>
            <a:pPr algn="ctr" defTabSz="914400">
              <a:lnSpc>
                <a:spcPct val="100000"/>
              </a:lnSpc>
            </a:pPr>
            <a:r>
              <a:rPr lang="de-DE" sz="1400" b="0" u="none" strike="noStrike">
                <a:solidFill>
                  <a:schemeClr val="lt1"/>
                </a:solidFill>
                <a:effectLst/>
                <a:uFillTx/>
                <a:latin typeface="Arial"/>
              </a:rPr>
              <a:t>Tool to Manage STL Files</a:t>
            </a:r>
            <a:endParaRPr lang="de-DE" sz="1400" b="0" u="none" strike="noStrike">
              <a:solidFill>
                <a:srgbClr val="ffffff"/>
              </a:solidFill>
              <a:effectLst/>
              <a:uFillTx/>
              <a:latin typeface="Arial"/>
            </a:endParaRPr>
          </a:p>
        </p:txBody>
      </p:sp>
      <p:sp>
        <p:nvSpPr>
          <p:cNvPr id="354" name="Rectangle: Rounded Corners 11"/>
          <p:cNvSpPr/>
          <p:nvPr/>
        </p:nvSpPr>
        <p:spPr>
          <a:xfrm>
            <a:off x="6220080" y="3564720"/>
            <a:ext cx="1342800" cy="663840"/>
          </a:xfrm>
          <a:prstGeom prst="roundRect">
            <a:avLst>
              <a:gd name="adj" fmla="val 16667"/>
            </a:avLst>
          </a:prstGeom>
          <a:solidFill>
            <a:schemeClr val="accent5"/>
          </a:solidFill>
          <a:ln w="0">
            <a:noFill/>
          </a:ln>
        </p:spPr>
        <p:style>
          <a:lnRef idx="0"/>
          <a:fillRef idx="0"/>
          <a:effectRef idx="0"/>
          <a:fontRef idx="minor"/>
        </p:style>
        <p:txBody>
          <a:bodyPr lIns="90000" rIns="90000" tIns="45000" bIns="45000" anchor="ctr">
            <a:noAutofit/>
          </a:bodyPr>
          <a:p>
            <a:pPr algn="ctr" defTabSz="914400">
              <a:lnSpc>
                <a:spcPct val="100000"/>
              </a:lnSpc>
            </a:pPr>
            <a:r>
              <a:rPr lang="de-DE" sz="1400" b="0" u="none" strike="noStrike">
                <a:solidFill>
                  <a:schemeClr val="lt1"/>
                </a:solidFill>
                <a:effectLst/>
                <a:uFillTx/>
                <a:latin typeface="Arial"/>
              </a:rPr>
              <a:t>Import Robot Script</a:t>
            </a:r>
            <a:endParaRPr lang="de-DE" sz="1400" b="0" u="none" strike="noStrike">
              <a:solidFill>
                <a:srgbClr val="ffffff"/>
              </a:solidFill>
              <a:effectLst/>
              <a:uFillTx/>
              <a:latin typeface="Arial"/>
            </a:endParaRPr>
          </a:p>
        </p:txBody>
      </p:sp>
      <p:sp>
        <p:nvSpPr>
          <p:cNvPr id="355" name="Rectangle: Rounded Corners 12"/>
          <p:cNvSpPr/>
          <p:nvPr/>
        </p:nvSpPr>
        <p:spPr>
          <a:xfrm>
            <a:off x="7679520" y="3564720"/>
            <a:ext cx="1454040" cy="692280"/>
          </a:xfrm>
          <a:prstGeom prst="roundRect">
            <a:avLst>
              <a:gd name="adj" fmla="val 16667"/>
            </a:avLst>
          </a:prstGeom>
          <a:solidFill>
            <a:schemeClr val="accent5"/>
          </a:solidFill>
          <a:ln w="0">
            <a:noFill/>
          </a:ln>
        </p:spPr>
        <p:style>
          <a:lnRef idx="0"/>
          <a:fillRef idx="0"/>
          <a:effectRef idx="0"/>
          <a:fontRef idx="minor"/>
        </p:style>
        <p:txBody>
          <a:bodyPr lIns="90000" rIns="90000" tIns="45000" bIns="45000" anchor="ctr">
            <a:noAutofit/>
          </a:bodyPr>
          <a:p>
            <a:pPr algn="ctr" defTabSz="914400">
              <a:lnSpc>
                <a:spcPct val="100000"/>
              </a:lnSpc>
            </a:pPr>
            <a:r>
              <a:rPr lang="de-DE" sz="1400" b="0" u="none" strike="noStrike">
                <a:solidFill>
                  <a:schemeClr val="lt1"/>
                </a:solidFill>
                <a:effectLst/>
                <a:uFillTx/>
                <a:latin typeface="Arial"/>
              </a:rPr>
              <a:t>Export URDF Script</a:t>
            </a:r>
            <a:endParaRPr lang="de-DE" sz="1400" b="0" u="none" strike="noStrike">
              <a:solidFill>
                <a:srgbClr val="ffffff"/>
              </a:solidFill>
              <a:effectLst/>
              <a:uFillTx/>
              <a:latin typeface="Arial"/>
            </a:endParaRPr>
          </a:p>
        </p:txBody>
      </p:sp>
      <p:sp>
        <p:nvSpPr>
          <p:cNvPr id="356" name="Rectangle: Rounded Corners 13"/>
          <p:cNvSpPr/>
          <p:nvPr/>
        </p:nvSpPr>
        <p:spPr>
          <a:xfrm>
            <a:off x="4141800" y="4489200"/>
            <a:ext cx="2112480" cy="692280"/>
          </a:xfrm>
          <a:prstGeom prst="roundRect">
            <a:avLst>
              <a:gd name="adj" fmla="val 16667"/>
            </a:avLst>
          </a:prstGeom>
          <a:gradFill rotWithShape="0">
            <a:gsLst>
              <a:gs pos="0">
                <a:srgbClr val="b1cbe9"/>
              </a:gs>
              <a:gs pos="50000">
                <a:srgbClr val="a2c1e4"/>
              </a:gs>
              <a:gs pos="100000">
                <a:srgbClr val="92b9e3"/>
              </a:gs>
            </a:gsLst>
            <a:lin ang="5400000"/>
          </a:gradFill>
          <a:ln>
            <a:solidFill>
              <a:srgbClr val="5b9bd5"/>
            </a:solidFill>
          </a:ln>
        </p:spPr>
        <p:style>
          <a:lnRef idx="1">
            <a:schemeClr val="accent5"/>
          </a:lnRef>
          <a:fillRef idx="2">
            <a:schemeClr val="accent5"/>
          </a:fillRef>
          <a:effectRef idx="1">
            <a:schemeClr val="accent5"/>
          </a:effectRef>
          <a:fontRef idx="minor"/>
        </p:style>
        <p:txBody>
          <a:bodyPr lIns="90000" rIns="90000" tIns="45000" bIns="45000" anchor="ctr">
            <a:noAutofit/>
          </a:bodyPr>
          <a:p>
            <a:pPr algn="ctr" defTabSz="914400">
              <a:lnSpc>
                <a:spcPct val="100000"/>
              </a:lnSpc>
            </a:pPr>
            <a:r>
              <a:rPr lang="de-DE" sz="1400" b="0" u="none" strike="noStrike">
                <a:solidFill>
                  <a:schemeClr val="dk1"/>
                </a:solidFill>
                <a:effectLst/>
                <a:uFillTx/>
                <a:latin typeface="Arial"/>
              </a:rPr>
              <a:t>Configurator.Color</a:t>
            </a:r>
            <a:endParaRPr lang="de-DE" sz="1400" b="0" u="none" strike="noStrike">
              <a:solidFill>
                <a:srgbClr val="000000"/>
              </a:solidFill>
              <a:effectLst/>
              <a:uFillTx/>
              <a:latin typeface="Arial"/>
            </a:endParaRPr>
          </a:p>
          <a:p>
            <a:pPr algn="ctr" defTabSz="914400">
              <a:lnSpc>
                <a:spcPct val="100000"/>
              </a:lnSpc>
            </a:pPr>
            <a:r>
              <a:rPr lang="de-DE" sz="1400" b="0" u="none" strike="noStrike">
                <a:solidFill>
                  <a:schemeClr val="dk1"/>
                </a:solidFill>
                <a:effectLst/>
                <a:uFillTx/>
                <a:latin typeface="Arial"/>
              </a:rPr>
              <a:t>Scheme Mangement</a:t>
            </a:r>
            <a:endParaRPr lang="de-DE" sz="1400" b="0" u="none" strike="noStrike">
              <a:solidFill>
                <a:srgbClr val="000000"/>
              </a:solidFill>
              <a:effectLst/>
              <a:uFillTx/>
              <a:latin typeface="Arial"/>
            </a:endParaRPr>
          </a:p>
        </p:txBody>
      </p:sp>
      <p:sp>
        <p:nvSpPr>
          <p:cNvPr id="357" name="Rectangle: Rounded Corners 14"/>
          <p:cNvSpPr/>
          <p:nvPr/>
        </p:nvSpPr>
        <p:spPr>
          <a:xfrm>
            <a:off x="7601760" y="2639880"/>
            <a:ext cx="2112480" cy="692280"/>
          </a:xfrm>
          <a:prstGeom prst="roundRect">
            <a:avLst>
              <a:gd name="adj" fmla="val 16667"/>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lang="de-DE" sz="1400" b="0" u="none" strike="noStrike">
                <a:solidFill>
                  <a:schemeClr val="lt1"/>
                </a:solidFill>
                <a:effectLst/>
                <a:uFillTx/>
                <a:latin typeface="Arial"/>
              </a:rPr>
              <a:t>LCAMP Configurator</a:t>
            </a:r>
            <a:endParaRPr lang="de-DE" sz="1400" b="0" u="none" strike="noStrike">
              <a:solidFill>
                <a:srgbClr val="ffffff"/>
              </a:solidFill>
              <a:effectLst/>
              <a:uFillTx/>
              <a:latin typeface="Arial"/>
            </a:endParaRPr>
          </a:p>
          <a:p>
            <a:pPr algn="ctr" defTabSz="914400">
              <a:lnSpc>
                <a:spcPct val="100000"/>
              </a:lnSpc>
            </a:pPr>
            <a:r>
              <a:rPr lang="de-DE" sz="1400" b="0" u="none" strike="noStrike">
                <a:solidFill>
                  <a:schemeClr val="lt1"/>
                </a:solidFill>
                <a:effectLst/>
                <a:uFillTx/>
                <a:latin typeface="Arial"/>
              </a:rPr>
              <a:t>Graphical User Inteface</a:t>
            </a:r>
            <a:endParaRPr lang="de-DE" sz="1400" b="0" u="none" strike="noStrike">
              <a:solidFill>
                <a:srgbClr val="ffffff"/>
              </a:solidFill>
              <a:effectLst/>
              <a:uFillTx/>
              <a:latin typeface="Arial"/>
            </a:endParaRPr>
          </a:p>
        </p:txBody>
      </p:sp>
      <p:sp>
        <p:nvSpPr>
          <p:cNvPr id="358" name="Rectangle: Rounded Corners 15"/>
          <p:cNvSpPr/>
          <p:nvPr/>
        </p:nvSpPr>
        <p:spPr>
          <a:xfrm>
            <a:off x="6506640" y="4489200"/>
            <a:ext cx="2112480" cy="692280"/>
          </a:xfrm>
          <a:prstGeom prst="roundRect">
            <a:avLst>
              <a:gd name="adj" fmla="val 16667"/>
            </a:avLst>
          </a:prstGeom>
          <a:gradFill rotWithShape="0">
            <a:gsLst>
              <a:gs pos="0">
                <a:srgbClr val="b1cbe9"/>
              </a:gs>
              <a:gs pos="50000">
                <a:srgbClr val="a2c1e4"/>
              </a:gs>
              <a:gs pos="100000">
                <a:srgbClr val="92b9e3"/>
              </a:gs>
            </a:gsLst>
            <a:lin ang="5400000"/>
          </a:gradFill>
          <a:ln>
            <a:solidFill>
              <a:srgbClr val="5b9bd5"/>
            </a:solidFill>
          </a:ln>
        </p:spPr>
        <p:style>
          <a:lnRef idx="1">
            <a:schemeClr val="accent5"/>
          </a:lnRef>
          <a:fillRef idx="2">
            <a:schemeClr val="accent5"/>
          </a:fillRef>
          <a:effectRef idx="1">
            <a:schemeClr val="accent5"/>
          </a:effectRef>
          <a:fontRef idx="minor"/>
        </p:style>
        <p:txBody>
          <a:bodyPr lIns="90000" rIns="90000" tIns="45000" bIns="45000" anchor="ctr">
            <a:noAutofit/>
          </a:bodyPr>
          <a:p>
            <a:pPr algn="ctr" defTabSz="914400">
              <a:lnSpc>
                <a:spcPct val="100000"/>
              </a:lnSpc>
            </a:pPr>
            <a:r>
              <a:rPr lang="de-DE" sz="1400" b="0" u="none" strike="noStrike">
                <a:solidFill>
                  <a:schemeClr val="dk1"/>
                </a:solidFill>
                <a:effectLst/>
                <a:uFillTx/>
                <a:latin typeface="Arial"/>
              </a:rPr>
              <a:t>Configurator.UI</a:t>
            </a:r>
            <a:endParaRPr lang="de-DE" sz="1400" b="0" u="none" strike="noStrike">
              <a:solidFill>
                <a:srgbClr val="000000"/>
              </a:solidFill>
              <a:effectLst/>
              <a:uFillTx/>
              <a:latin typeface="Arial"/>
            </a:endParaRPr>
          </a:p>
          <a:p>
            <a:pPr algn="ctr" defTabSz="914400">
              <a:lnSpc>
                <a:spcPct val="100000"/>
              </a:lnSpc>
            </a:pPr>
            <a:r>
              <a:rPr lang="de-DE" sz="1200" b="0" u="none" strike="noStrike">
                <a:solidFill>
                  <a:schemeClr val="dk1"/>
                </a:solidFill>
                <a:effectLst/>
                <a:uFillTx/>
                <a:latin typeface="Arial"/>
              </a:rPr>
              <a:t>Form Elements for Graphical User Interface</a:t>
            </a:r>
            <a:endParaRPr lang="de-DE" sz="1200" b="0" u="none" strike="noStrike">
              <a:solidFill>
                <a:srgbClr val="000000"/>
              </a:solidFill>
              <a:effectLst/>
              <a:uFillTx/>
              <a:latin typeface="Arial"/>
            </a:endParaRPr>
          </a:p>
        </p:txBody>
      </p:sp>
      <p:sp>
        <p:nvSpPr>
          <p:cNvPr id="359" name="Rectangle: Rounded Corners 16"/>
          <p:cNvSpPr/>
          <p:nvPr/>
        </p:nvSpPr>
        <p:spPr>
          <a:xfrm>
            <a:off x="9271080" y="3564720"/>
            <a:ext cx="1454040" cy="692280"/>
          </a:xfrm>
          <a:prstGeom prst="roundRect">
            <a:avLst>
              <a:gd name="adj" fmla="val 16667"/>
            </a:avLst>
          </a:prstGeom>
          <a:solidFill>
            <a:schemeClr val="accent5"/>
          </a:solidFill>
          <a:ln w="0">
            <a:noFill/>
          </a:ln>
        </p:spPr>
        <p:style>
          <a:lnRef idx="0"/>
          <a:fillRef idx="0"/>
          <a:effectRef idx="0"/>
          <a:fontRef idx="minor"/>
        </p:style>
        <p:txBody>
          <a:bodyPr lIns="90000" rIns="90000" tIns="45000" bIns="45000" anchor="ctr">
            <a:noAutofit/>
          </a:bodyPr>
          <a:p>
            <a:pPr algn="ctr" defTabSz="914400">
              <a:lnSpc>
                <a:spcPct val="100000"/>
              </a:lnSpc>
            </a:pPr>
            <a:r>
              <a:rPr lang="de-DE" sz="1400" b="0" u="none" strike="noStrike">
                <a:solidFill>
                  <a:schemeClr val="lt1"/>
                </a:solidFill>
                <a:effectLst/>
                <a:uFillTx/>
                <a:latin typeface="Arial"/>
              </a:rPr>
              <a:t>Export Part-List Script</a:t>
            </a:r>
            <a:endParaRPr lang="de-DE" sz="1400" b="0" u="none" strike="noStrike">
              <a:solidFill>
                <a:srgbClr val="ffffff"/>
              </a:solidFill>
              <a:effectLst/>
              <a:uFillTx/>
              <a:latin typeface="Arial"/>
            </a:endParaRPr>
          </a:p>
        </p:txBody>
      </p:sp>
      <p:sp>
        <p:nvSpPr>
          <p:cNvPr id="360" name="TextBox 17"/>
          <p:cNvSpPr/>
          <p:nvPr/>
        </p:nvSpPr>
        <p:spPr>
          <a:xfrm>
            <a:off x="2536560" y="2882520"/>
            <a:ext cx="246708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800" b="0" u="none" strike="noStrike">
                <a:solidFill>
                  <a:schemeClr val="dk1"/>
                </a:solidFill>
                <a:effectLst/>
                <a:uFillTx/>
                <a:latin typeface="Arial"/>
              </a:rPr>
              <a:t>Graphical Applications</a:t>
            </a:r>
            <a:endParaRPr lang="de-DE" sz="1800" b="0" u="none" strike="noStrike">
              <a:solidFill>
                <a:srgbClr val="000000"/>
              </a:solidFill>
              <a:effectLst/>
              <a:uFillTx/>
              <a:latin typeface="Arial"/>
            </a:endParaRPr>
          </a:p>
        </p:txBody>
      </p:sp>
      <p:sp>
        <p:nvSpPr>
          <p:cNvPr id="361" name="TextBox 18"/>
          <p:cNvSpPr/>
          <p:nvPr/>
        </p:nvSpPr>
        <p:spPr>
          <a:xfrm>
            <a:off x="2536560" y="3686040"/>
            <a:ext cx="292860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DE" sz="1800" b="0" u="none" strike="noStrike">
                <a:solidFill>
                  <a:schemeClr val="dk1"/>
                </a:solidFill>
                <a:effectLst/>
                <a:uFillTx/>
                <a:latin typeface="Arial"/>
              </a:rPr>
              <a:t>CMD Applications (Scripts)</a:t>
            </a:r>
            <a:endParaRPr lang="de-DE" sz="1800" b="0" u="none" strike="noStrike">
              <a:solidFill>
                <a:srgbClr val="000000"/>
              </a:solidFill>
              <a:effectLst/>
              <a:uFillTx/>
              <a:latin typeface="Arial"/>
            </a:endParaRPr>
          </a:p>
        </p:txBody>
      </p:sp>
      <p:sp>
        <p:nvSpPr>
          <p:cNvPr id="362" name="TextBox 19"/>
          <p:cNvSpPr/>
          <p:nvPr/>
        </p:nvSpPr>
        <p:spPr>
          <a:xfrm>
            <a:off x="2563200" y="4650840"/>
            <a:ext cx="138600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800" b="0" u="none" strike="noStrike">
                <a:solidFill>
                  <a:schemeClr val="dk1"/>
                </a:solidFill>
                <a:effectLst/>
                <a:uFillTx/>
                <a:latin typeface="Arial"/>
              </a:rPr>
              <a:t>Libraries</a:t>
            </a:r>
            <a:endParaRPr lang="de-DE" sz="1800" b="0" u="none" strike="noStrike">
              <a:solidFill>
                <a:srgbClr val="000000"/>
              </a:solidFill>
              <a:effectLst/>
              <a:uFillTx/>
              <a:latin typeface="Arial"/>
            </a:endParaRPr>
          </a:p>
        </p:txBody>
      </p:sp>
      <p:sp>
        <p:nvSpPr>
          <p:cNvPr id="363" name="TextBox 20"/>
          <p:cNvSpPr/>
          <p:nvPr/>
        </p:nvSpPr>
        <p:spPr>
          <a:xfrm>
            <a:off x="2536560" y="5431320"/>
            <a:ext cx="16444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800" b="0" u="none" strike="noStrike">
                <a:solidFill>
                  <a:schemeClr val="dk1"/>
                </a:solidFill>
                <a:effectLst/>
                <a:uFillTx/>
                <a:latin typeface="Arial"/>
              </a:rPr>
              <a:t>Core Libraries</a:t>
            </a:r>
            <a:endParaRPr lang="de-DE"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ToDos Configurator</a:t>
            </a:r>
            <a:endParaRPr lang="es-ES" sz="3000" b="0" u="none" strike="noStrike">
              <a:solidFill>
                <a:schemeClr val="dk1"/>
              </a:solidFill>
              <a:effectLst/>
              <a:uFillTx/>
              <a:latin typeface="Arial"/>
            </a:endParaRPr>
          </a:p>
        </p:txBody>
      </p:sp>
      <p:sp>
        <p:nvSpPr>
          <p:cNvPr id="365" name="PlaceHolder 2"/>
          <p:cNvSpPr>
            <a:spLocks noGrp="1"/>
          </p:cNvSpPr>
          <p:nvPr>
            <p:ph/>
          </p:nvPr>
        </p:nvSpPr>
        <p:spPr>
          <a:xfrm>
            <a:off x="0" y="0"/>
            <a:ext cx="0" cy="0"/>
          </a:xfrm>
          <a:prstGeom prst="rect">
            <a:avLst/>
          </a:prstGeom>
          <a:noFill/>
          <a:ln w="0">
            <a:noFill/>
          </a:ln>
        </p:spPr>
        <p:txBody>
          <a:bodyPr lIns="90000" rIns="90000" tIns="-45000" bIns="-45000" anchor="t">
            <a:normAutofit fontScale="25000" lnSpcReduction="19999"/>
          </a:bodyPr>
          <a:p>
            <a:pPr indent="0">
              <a:lnSpc>
                <a:spcPct val="90000"/>
              </a:lnSpc>
              <a:spcBef>
                <a:spcPts val="1417"/>
              </a:spcBef>
              <a:buNone/>
            </a:pPr>
            <a:endParaRPr lang="es-ES" sz="2400" b="0" u="none" strike="noStrike">
              <a:solidFill>
                <a:schemeClr val="dk1"/>
              </a:solidFill>
              <a:effectLst/>
              <a:uFillTx/>
              <a:latin typeface="Arial"/>
            </a:endParaRPr>
          </a:p>
        </p:txBody>
      </p:sp>
      <p:sp>
        <p:nvSpPr>
          <p:cNvPr id="366" name="TextBox 4"/>
          <p:cNvSpPr/>
          <p:nvPr/>
        </p:nvSpPr>
        <p:spPr>
          <a:xfrm>
            <a:off x="1690200" y="1384920"/>
            <a:ext cx="8631000" cy="5170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100" b="0" u="none" strike="noStrike">
                <a:solidFill>
                  <a:schemeClr val="dk1"/>
                </a:solidFill>
                <a:effectLst/>
                <a:uFillTx/>
                <a:latin typeface="Arial"/>
              </a:rPr>
              <a:t>Configuration</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Tree View with diferent Information</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Devices </a:t>
            </a:r>
            <a:r>
              <a:rPr lang="de-DE" sz="1100" b="0" u="none" strike="noStrike">
                <a:solidFill>
                  <a:schemeClr val="dk1"/>
                </a:solidFill>
                <a:effectLst/>
                <a:uFillTx/>
                <a:latin typeface="Wingdings"/>
              </a:rPr>
              <a:t></a:t>
            </a:r>
            <a:r>
              <a:rPr lang="de-DE" sz="1100" b="0" u="none" strike="noStrike">
                <a:solidFill>
                  <a:schemeClr val="dk1"/>
                </a:solidFill>
                <a:effectLst/>
                <a:uFillTx/>
                <a:latin typeface="Arial"/>
              </a:rPr>
              <a:t> has Arduino code</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Assemblies</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Parts      </a:t>
            </a:r>
            <a:r>
              <a:rPr lang="de-DE" sz="1100" b="0" u="none" strike="noStrike">
                <a:solidFill>
                  <a:schemeClr val="dk1"/>
                </a:solidFill>
                <a:effectLst/>
                <a:uFillTx/>
                <a:latin typeface="Wingdings"/>
              </a:rPr>
              <a:t></a:t>
            </a:r>
            <a:r>
              <a:rPr lang="de-DE" sz="1100" b="0" u="none" strike="noStrike">
                <a:solidFill>
                  <a:schemeClr val="dk1"/>
                </a:solidFill>
                <a:effectLst/>
                <a:uFillTx/>
                <a:latin typeface="Arial"/>
              </a:rPr>
              <a:t> Description and number of parts</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Filter alowed Parts in configuration</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Drive configurations</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Sensor configurations</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Structure parts in Versions (10 Different Types of Regular Wheel, Collor, Material, Dsign, ..) </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Drive configurations</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Sensor configurations</a:t>
            </a:r>
            <a:endParaRPr lang="de-DE" sz="1100" b="0" u="none" strike="noStrike">
              <a:solidFill>
                <a:srgbClr val="000000"/>
              </a:solidFill>
              <a:effectLst/>
              <a:uFillTx/>
              <a:latin typeface="Arial"/>
            </a:endParaRPr>
          </a:p>
          <a:p>
            <a:pPr marL="914400" defTabSz="914400">
              <a:lnSpc>
                <a:spcPct val="100000"/>
              </a:lnSpc>
            </a:pP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Relative Data Handling</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Use Copied .stl-Files with relative Paths</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Include Reset Structure to Template</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Include Collor Scheme as Template and Reference to specific Robot</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a:t>
            </a:r>
            <a:endParaRPr lang="de-DE" sz="1100" b="0" u="none" strike="noStrike">
              <a:solidFill>
                <a:srgbClr val="000000"/>
              </a:solidFill>
              <a:effectLst/>
              <a:uFillTx/>
              <a:latin typeface="Arial"/>
            </a:endParaRPr>
          </a:p>
          <a:p>
            <a:pPr marL="914400" defTabSz="914400">
              <a:lnSpc>
                <a:spcPct val="100000"/>
              </a:lnSpc>
            </a:pPr>
            <a:endParaRPr lang="de-DE" sz="1100" b="0" u="none" strike="noStrike">
              <a:solidFill>
                <a:srgbClr val="000000"/>
              </a:solidFill>
              <a:effectLst/>
              <a:uFillTx/>
              <a:latin typeface="Arial"/>
            </a:endParaRPr>
          </a:p>
          <a:p>
            <a:pPr defTabSz="914400">
              <a:lnSpc>
                <a:spcPct val="100000"/>
              </a:lnSpc>
            </a:pPr>
            <a:r>
              <a:rPr lang="de-DE" sz="1100" b="0" u="none" strike="noStrike">
                <a:solidFill>
                  <a:schemeClr val="dk1"/>
                </a:solidFill>
                <a:effectLst/>
                <a:uFillTx/>
                <a:latin typeface="Arial"/>
              </a:rPr>
              <a:t>Part-List generation</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Generate complete partlist</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Include all C-Parts like screws and Cables</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Generate flat partlist for Excel</a:t>
            </a:r>
            <a:endParaRPr lang="de-DE" sz="1100" b="0" u="none" strike="noStrike">
              <a:solidFill>
                <a:srgbClr val="000000"/>
              </a:solidFill>
              <a:effectLst/>
              <a:uFillTx/>
              <a:latin typeface="Arial"/>
            </a:endParaRPr>
          </a:p>
          <a:p>
            <a:pPr marL="457200" defTabSz="914400">
              <a:lnSpc>
                <a:spcPct val="100000"/>
              </a:lnSpc>
            </a:pPr>
            <a:endParaRPr lang="de-DE" sz="1100" b="0" u="none" strike="noStrike">
              <a:solidFill>
                <a:srgbClr val="000000"/>
              </a:solidFill>
              <a:effectLst/>
              <a:uFillTx/>
              <a:latin typeface="Arial"/>
            </a:endParaRPr>
          </a:p>
          <a:p>
            <a:pPr defTabSz="914400">
              <a:lnSpc>
                <a:spcPct val="100000"/>
              </a:lnSpc>
            </a:pPr>
            <a:r>
              <a:rPr lang="de-DE" sz="1100" b="0" u="none" strike="noStrike">
                <a:solidFill>
                  <a:schemeClr val="dk1"/>
                </a:solidFill>
                <a:effectLst/>
                <a:uFillTx/>
                <a:latin typeface="Arial"/>
              </a:rPr>
              <a:t>Code Generation</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Working partly </a:t>
            </a:r>
            <a:r>
              <a:rPr lang="de-DE" sz="1100" b="0" u="none" strike="noStrike">
                <a:solidFill>
                  <a:schemeClr val="dk1"/>
                </a:solidFill>
                <a:effectLst/>
                <a:uFillTx/>
                <a:latin typeface="Wingdings"/>
              </a:rPr>
              <a:t></a:t>
            </a:r>
            <a:r>
              <a:rPr lang="de-DE" sz="1100" b="0" u="none" strike="noStrike">
                <a:solidFill>
                  <a:schemeClr val="dk1"/>
                </a:solidFill>
                <a:effectLst/>
                <a:uFillTx/>
                <a:latin typeface="Arial"/>
              </a:rPr>
              <a:t> Test and optimize</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Handling Variable Configuration with multi Sensors</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Complete description of all Tools</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Errorhandling for not existing or unusable partdescriptions</a:t>
            </a:r>
            <a:endParaRPr lang="de-DE" sz="1100" b="0" u="none" strike="noStrike">
              <a:solidFill>
                <a:srgbClr val="000000"/>
              </a:solidFill>
              <a:effectLst/>
              <a:uFillTx/>
              <a:latin typeface="Arial"/>
            </a:endParaRPr>
          </a:p>
          <a:p>
            <a:pPr marL="457200" defTabSz="914400">
              <a:lnSpc>
                <a:spcPct val="100000"/>
              </a:lnSpc>
            </a:pPr>
            <a:endParaRPr lang="de-DE"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ToDos Configurator Color</a:t>
            </a:r>
            <a:endParaRPr lang="es-ES" sz="3000" b="0" u="none" strike="noStrike">
              <a:solidFill>
                <a:schemeClr val="dk1"/>
              </a:solidFill>
              <a:effectLst/>
              <a:uFillTx/>
              <a:latin typeface="Arial"/>
            </a:endParaRPr>
          </a:p>
        </p:txBody>
      </p:sp>
      <p:sp>
        <p:nvSpPr>
          <p:cNvPr id="368" name="PlaceHolder 2"/>
          <p:cNvSpPr>
            <a:spLocks noGrp="1"/>
          </p:cNvSpPr>
          <p:nvPr>
            <p:ph/>
          </p:nvPr>
        </p:nvSpPr>
        <p:spPr>
          <a:xfrm>
            <a:off x="0" y="0"/>
            <a:ext cx="0" cy="0"/>
          </a:xfrm>
          <a:prstGeom prst="rect">
            <a:avLst/>
          </a:prstGeom>
          <a:noFill/>
          <a:ln w="0">
            <a:noFill/>
          </a:ln>
        </p:spPr>
        <p:txBody>
          <a:bodyPr lIns="90000" rIns="90000" tIns="-45000" bIns="-45000" anchor="t">
            <a:normAutofit fontScale="25000" lnSpcReduction="19999"/>
          </a:bodyPr>
          <a:p>
            <a:pPr indent="0">
              <a:lnSpc>
                <a:spcPct val="90000"/>
              </a:lnSpc>
              <a:spcBef>
                <a:spcPts val="1417"/>
              </a:spcBef>
              <a:buNone/>
            </a:pPr>
            <a:endParaRPr lang="es-ES" sz="2400" b="0" u="none" strike="noStrike">
              <a:solidFill>
                <a:schemeClr val="dk1"/>
              </a:solidFill>
              <a:effectLst/>
              <a:uFillTx/>
              <a:latin typeface="Arial"/>
            </a:endParaRPr>
          </a:p>
        </p:txBody>
      </p:sp>
      <p:sp>
        <p:nvSpPr>
          <p:cNvPr id="369" name="TextBox 4"/>
          <p:cNvSpPr/>
          <p:nvPr/>
        </p:nvSpPr>
        <p:spPr>
          <a:xfrm>
            <a:off x="1690200" y="1384920"/>
            <a:ext cx="8631000" cy="1784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100" b="0" u="none" strike="noStrike">
                <a:solidFill>
                  <a:schemeClr val="dk1"/>
                </a:solidFill>
                <a:effectLst/>
                <a:uFillTx/>
                <a:latin typeface="Arial"/>
              </a:rPr>
              <a:t>Color Scheme</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Use Base Schem and Apply dynamic colors</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Save individual Collorscheme and set to a Robot in Templates</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Manage Color Schemes  </a:t>
            </a:r>
            <a:endParaRPr lang="de-DE" sz="1100" b="0" u="none" strike="noStrike">
              <a:solidFill>
                <a:srgbClr val="000000"/>
              </a:solidFill>
              <a:effectLst/>
              <a:uFillTx/>
              <a:latin typeface="Arial"/>
            </a:endParaRPr>
          </a:p>
          <a:p>
            <a:pPr marL="914400" defTabSz="914400">
              <a:lnSpc>
                <a:spcPct val="100000"/>
              </a:lnSpc>
            </a:pPr>
            <a:r>
              <a:rPr lang="de-DE" sz="1100" b="0" u="none" strike="noStrike">
                <a:solidFill>
                  <a:schemeClr val="dk1"/>
                </a:solidFill>
                <a:effectLst/>
                <a:uFillTx/>
                <a:latin typeface="Arial"/>
              </a:rPr>
              <a:t>…</a:t>
            </a:r>
            <a:endParaRPr lang="de-DE" sz="1100" b="0" u="none" strike="noStrike">
              <a:solidFill>
                <a:srgbClr val="000000"/>
              </a:solidFill>
              <a:effectLst/>
              <a:uFillTx/>
              <a:latin typeface="Arial"/>
            </a:endParaRPr>
          </a:p>
          <a:p>
            <a:pPr marL="914400" defTabSz="914400">
              <a:lnSpc>
                <a:spcPct val="100000"/>
              </a:lnSpc>
            </a:pPr>
            <a:endParaRPr lang="de-DE" sz="1100" b="0" u="none" strike="noStrike">
              <a:solidFill>
                <a:srgbClr val="000000"/>
              </a:solidFill>
              <a:effectLst/>
              <a:uFillTx/>
              <a:latin typeface="Arial"/>
            </a:endParaRPr>
          </a:p>
          <a:p>
            <a:pPr marL="914400" defTabSz="914400">
              <a:lnSpc>
                <a:spcPct val="100000"/>
              </a:lnSpc>
            </a:pP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Reference Colors to Materials</a:t>
            </a:r>
            <a:endParaRPr lang="de-DE" sz="1100" b="0" u="none" strike="noStrike">
              <a:solidFill>
                <a:srgbClr val="000000"/>
              </a:solidFill>
              <a:effectLst/>
              <a:uFillTx/>
              <a:latin typeface="Arial"/>
            </a:endParaRPr>
          </a:p>
          <a:p>
            <a:pPr marL="457200" defTabSz="914400">
              <a:lnSpc>
                <a:spcPct val="100000"/>
              </a:lnSpc>
            </a:pPr>
            <a:endParaRPr lang="de-DE" sz="1100" b="0" u="none" strike="noStrike">
              <a:solidFill>
                <a:srgbClr val="000000"/>
              </a:solidFill>
              <a:effectLst/>
              <a:uFillTx/>
              <a:latin typeface="Arial"/>
            </a:endParaRPr>
          </a:p>
          <a:p>
            <a:pPr marL="457200" defTabSz="914400">
              <a:lnSpc>
                <a:spcPct val="100000"/>
              </a:lnSpc>
            </a:pPr>
            <a:endParaRPr lang="de-DE"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ToDos Process</a:t>
            </a:r>
            <a:endParaRPr lang="es-ES" sz="3000" b="0" u="none" strike="noStrike">
              <a:solidFill>
                <a:schemeClr val="dk1"/>
              </a:solidFill>
              <a:effectLst/>
              <a:uFillTx/>
              <a:latin typeface="Arial"/>
            </a:endParaRPr>
          </a:p>
        </p:txBody>
      </p:sp>
      <p:sp>
        <p:nvSpPr>
          <p:cNvPr id="371" name="PlaceHolder 2"/>
          <p:cNvSpPr>
            <a:spLocks noGrp="1"/>
          </p:cNvSpPr>
          <p:nvPr>
            <p:ph/>
          </p:nvPr>
        </p:nvSpPr>
        <p:spPr>
          <a:xfrm>
            <a:off x="0" y="0"/>
            <a:ext cx="0" cy="0"/>
          </a:xfrm>
          <a:prstGeom prst="rect">
            <a:avLst/>
          </a:prstGeom>
          <a:noFill/>
          <a:ln w="0">
            <a:noFill/>
          </a:ln>
        </p:spPr>
        <p:txBody>
          <a:bodyPr lIns="90000" rIns="90000" tIns="-45000" bIns="-45000" anchor="t">
            <a:normAutofit fontScale="25000" lnSpcReduction="19999"/>
          </a:bodyPr>
          <a:p>
            <a:pPr indent="0">
              <a:lnSpc>
                <a:spcPct val="90000"/>
              </a:lnSpc>
              <a:spcBef>
                <a:spcPts val="1417"/>
              </a:spcBef>
              <a:buNone/>
            </a:pPr>
            <a:endParaRPr lang="es-ES" sz="2400" b="0" u="none" strike="noStrike">
              <a:solidFill>
                <a:schemeClr val="dk1"/>
              </a:solidFill>
              <a:effectLst/>
              <a:uFillTx/>
              <a:latin typeface="Arial"/>
            </a:endParaRPr>
          </a:p>
        </p:txBody>
      </p:sp>
      <p:sp>
        <p:nvSpPr>
          <p:cNvPr id="372" name="TextBox 4"/>
          <p:cNvSpPr/>
          <p:nvPr/>
        </p:nvSpPr>
        <p:spPr>
          <a:xfrm>
            <a:off x="1690200" y="1384920"/>
            <a:ext cx="8631000" cy="1615320"/>
          </a:xfrm>
          <a:prstGeom prst="rect">
            <a:avLst/>
          </a:prstGeom>
          <a:noFill/>
          <a:ln w="0">
            <a:noFill/>
          </a:ln>
        </p:spPr>
        <p:style>
          <a:lnRef idx="0"/>
          <a:fillRef idx="0"/>
          <a:effectRef idx="0"/>
          <a:fontRef idx="minor"/>
        </p:style>
        <p:txBody>
          <a:bodyPr lIns="90000" rIns="90000" tIns="45000" bIns="45000" anchor="t">
            <a:spAutoFit/>
          </a:bodyPr>
          <a:p>
            <a:pPr marL="914400" defTabSz="914400">
              <a:lnSpc>
                <a:spcPct val="100000"/>
              </a:lnSpc>
            </a:pPr>
            <a:endParaRPr lang="de-DE" sz="1100" b="0" u="none" strike="noStrike">
              <a:solidFill>
                <a:srgbClr val="000000"/>
              </a:solidFill>
              <a:effectLst/>
              <a:uFillTx/>
              <a:latin typeface="Arial"/>
            </a:endParaRPr>
          </a:p>
          <a:p>
            <a:pPr defTabSz="914400">
              <a:lnSpc>
                <a:spcPct val="100000"/>
              </a:lnSpc>
            </a:pPr>
            <a:r>
              <a:rPr lang="de-DE" sz="1100" b="0" u="none" strike="noStrike">
                <a:solidFill>
                  <a:schemeClr val="dk1"/>
                </a:solidFill>
                <a:effectLst/>
                <a:uFillTx/>
                <a:latin typeface="Arial"/>
              </a:rPr>
              <a:t>Generate Processes on Robot ConfigurationPart-List generation</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Generate complete and detaild partlists for Processstep</a:t>
            </a:r>
            <a:endParaRPr lang="de-DE" sz="1100" b="0" u="none" strike="noStrike">
              <a:solidFill>
                <a:srgbClr val="000000"/>
              </a:solidFill>
              <a:effectLst/>
              <a:uFillTx/>
              <a:latin typeface="Arial"/>
            </a:endParaRPr>
          </a:p>
          <a:p>
            <a:pPr defTabSz="914400">
              <a:lnSpc>
                <a:spcPct val="100000"/>
              </a:lnSpc>
            </a:pPr>
            <a:endParaRPr lang="de-DE" sz="1100" b="0" u="none" strike="noStrike">
              <a:solidFill>
                <a:srgbClr val="000000"/>
              </a:solidFill>
              <a:effectLst/>
              <a:uFillTx/>
              <a:latin typeface="Arial"/>
            </a:endParaRPr>
          </a:p>
          <a:p>
            <a:pPr defTabSz="914400">
              <a:lnSpc>
                <a:spcPct val="100000"/>
              </a:lnSpc>
            </a:pPr>
            <a:r>
              <a:rPr lang="de-DE" sz="1100" b="0" u="none" strike="noStrike">
                <a:solidFill>
                  <a:schemeClr val="dk1"/>
                </a:solidFill>
                <a:effectLst/>
                <a:uFillTx/>
                <a:latin typeface="Arial"/>
              </a:rPr>
              <a:t>Warehouse</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List of available Parts</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Generate missing Part Lists</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Generate procurment orders, production prders or shiping orders</a:t>
            </a:r>
            <a:endParaRPr lang="de-DE" sz="1100" b="0" u="none" strike="noStrike">
              <a:solidFill>
                <a:srgbClr val="000000"/>
              </a:solidFill>
              <a:effectLst/>
              <a:uFillTx/>
              <a:latin typeface="Arial"/>
            </a:endParaRPr>
          </a:p>
          <a:p>
            <a:pPr marL="457200" defTabSz="914400">
              <a:lnSpc>
                <a:spcPct val="100000"/>
              </a:lnSpc>
            </a:pPr>
            <a:endParaRPr lang="de-DE"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3698280" y="417600"/>
            <a:ext cx="8102160" cy="1325160"/>
          </a:xfrm>
          <a:prstGeom prst="rect">
            <a:avLst/>
          </a:prstGeom>
          <a:noFill/>
          <a:ln w="0">
            <a:noFill/>
          </a:ln>
        </p:spPr>
        <p:txBody>
          <a:bodyPr lIns="91440" rIns="91440" tIns="45720" bIns="45720" anchor="ctr">
            <a:noAutofit/>
          </a:bodyPr>
          <a:p>
            <a:pPr indent="0" defTabSz="914400">
              <a:lnSpc>
                <a:spcPct val="90000"/>
              </a:lnSpc>
              <a:buNone/>
            </a:pPr>
            <a:r>
              <a:rPr lang="de-DE" sz="3000" b="0" u="none" strike="noStrike">
                <a:solidFill>
                  <a:srgbClr val="222d59"/>
                </a:solidFill>
                <a:effectLst/>
                <a:uFillTx/>
                <a:latin typeface="Arial Black"/>
              </a:rPr>
              <a:t>ToDos STLViewer</a:t>
            </a:r>
            <a:endParaRPr lang="es-ES" sz="3000" b="0" u="none" strike="noStrike">
              <a:solidFill>
                <a:schemeClr val="dk1"/>
              </a:solidFill>
              <a:effectLst/>
              <a:uFillTx/>
              <a:latin typeface="Arial"/>
            </a:endParaRPr>
          </a:p>
        </p:txBody>
      </p:sp>
      <p:sp>
        <p:nvSpPr>
          <p:cNvPr id="374" name="PlaceHolder 2"/>
          <p:cNvSpPr>
            <a:spLocks noGrp="1"/>
          </p:cNvSpPr>
          <p:nvPr>
            <p:ph/>
          </p:nvPr>
        </p:nvSpPr>
        <p:spPr>
          <a:xfrm>
            <a:off x="0" y="0"/>
            <a:ext cx="0" cy="0"/>
          </a:xfrm>
          <a:prstGeom prst="rect">
            <a:avLst/>
          </a:prstGeom>
          <a:noFill/>
          <a:ln w="0">
            <a:noFill/>
          </a:ln>
        </p:spPr>
        <p:txBody>
          <a:bodyPr lIns="90000" rIns="90000" tIns="-45000" bIns="-45000" anchor="t">
            <a:normAutofit fontScale="25000" lnSpcReduction="19999"/>
          </a:bodyPr>
          <a:p>
            <a:pPr indent="0">
              <a:lnSpc>
                <a:spcPct val="90000"/>
              </a:lnSpc>
              <a:spcBef>
                <a:spcPts val="1417"/>
              </a:spcBef>
              <a:buNone/>
            </a:pPr>
            <a:endParaRPr lang="es-ES" sz="2400" b="0" u="none" strike="noStrike">
              <a:solidFill>
                <a:schemeClr val="dk1"/>
              </a:solidFill>
              <a:effectLst/>
              <a:uFillTx/>
              <a:latin typeface="Arial"/>
            </a:endParaRPr>
          </a:p>
        </p:txBody>
      </p:sp>
      <p:sp>
        <p:nvSpPr>
          <p:cNvPr id="375" name="TextBox 4"/>
          <p:cNvSpPr/>
          <p:nvPr/>
        </p:nvSpPr>
        <p:spPr>
          <a:xfrm>
            <a:off x="1690200" y="1384920"/>
            <a:ext cx="8631000" cy="2461680"/>
          </a:xfrm>
          <a:prstGeom prst="rect">
            <a:avLst/>
          </a:prstGeom>
          <a:noFill/>
          <a:ln w="0">
            <a:noFill/>
          </a:ln>
        </p:spPr>
        <p:style>
          <a:lnRef idx="0"/>
          <a:fillRef idx="0"/>
          <a:effectRef idx="0"/>
          <a:fontRef idx="minor"/>
        </p:style>
        <p:txBody>
          <a:bodyPr lIns="90000" rIns="90000" tIns="45000" bIns="45000" anchor="t">
            <a:spAutoFit/>
          </a:bodyPr>
          <a:p>
            <a:pPr marL="914400" defTabSz="914400">
              <a:lnSpc>
                <a:spcPct val="100000"/>
              </a:lnSpc>
            </a:pPr>
            <a:endParaRPr lang="de-DE" sz="1100" b="0" u="none" strike="noStrike">
              <a:solidFill>
                <a:srgbClr val="000000"/>
              </a:solidFill>
              <a:effectLst/>
              <a:uFillTx/>
              <a:latin typeface="Arial"/>
            </a:endParaRPr>
          </a:p>
          <a:p>
            <a:pPr defTabSz="914400">
              <a:lnSpc>
                <a:spcPct val="100000"/>
              </a:lnSpc>
            </a:pPr>
            <a:r>
              <a:rPr lang="de-DE" sz="1100" b="0" u="none" strike="noStrike">
                <a:solidFill>
                  <a:schemeClr val="dk1"/>
                </a:solidFill>
                <a:effectLst/>
                <a:uFillTx/>
                <a:latin typeface="Arial"/>
              </a:rPr>
              <a:t>Generate additional Information</a:t>
            </a:r>
            <a:endParaRPr lang="de-DE" sz="1100" b="0" u="none" strike="noStrike">
              <a:solidFill>
                <a:srgbClr val="000000"/>
              </a:solidFill>
              <a:effectLst/>
              <a:uFillTx/>
              <a:latin typeface="Arial"/>
            </a:endParaRPr>
          </a:p>
          <a:p>
            <a:pPr defTabSz="914400">
              <a:lnSpc>
                <a:spcPct val="100000"/>
              </a:lnSpc>
            </a:pPr>
            <a:r>
              <a:rPr lang="de-DE" sz="1100" b="0" u="none" strike="noStrike">
                <a:solidFill>
                  <a:schemeClr val="dk1"/>
                </a:solidFill>
                <a:effectLst/>
                <a:uFillTx/>
                <a:latin typeface="Arial"/>
              </a:rPr>
              <a:t>	</a:t>
            </a:r>
            <a:r>
              <a:rPr lang="de-DE" sz="1100" b="0" u="none" strike="noStrike">
                <a:solidFill>
                  <a:schemeClr val="dk1"/>
                </a:solidFill>
                <a:effectLst/>
                <a:uFillTx/>
                <a:latin typeface="Arial"/>
              </a:rPr>
              <a:t>Set Cooardinate Root System</a:t>
            </a:r>
            <a:endParaRPr lang="de-DE" sz="1100" b="0" u="none" strike="noStrike">
              <a:solidFill>
                <a:srgbClr val="000000"/>
              </a:solidFill>
              <a:effectLst/>
              <a:uFillTx/>
              <a:latin typeface="Arial"/>
            </a:endParaRPr>
          </a:p>
          <a:p>
            <a:pPr defTabSz="914400">
              <a:lnSpc>
                <a:spcPct val="100000"/>
              </a:lnSpc>
            </a:pPr>
            <a:r>
              <a:rPr lang="de-DE" sz="1100" b="0" u="none" strike="noStrike">
                <a:solidFill>
                  <a:schemeClr val="dk1"/>
                </a:solidFill>
                <a:effectLst/>
                <a:uFillTx/>
                <a:latin typeface="Arial"/>
              </a:rPr>
              <a:t>	</a:t>
            </a:r>
            <a:r>
              <a:rPr lang="de-DE" sz="1100" b="0" u="none" strike="noStrike">
                <a:solidFill>
                  <a:schemeClr val="dk1"/>
                </a:solidFill>
                <a:effectLst/>
                <a:uFillTx/>
                <a:latin typeface="Arial"/>
              </a:rPr>
              <a:t>generate Boundig Box </a:t>
            </a:r>
            <a:endParaRPr lang="de-DE" sz="1100" b="0" u="none" strike="noStrike">
              <a:solidFill>
                <a:srgbClr val="000000"/>
              </a:solidFill>
              <a:effectLst/>
              <a:uFillTx/>
              <a:latin typeface="Arial"/>
            </a:endParaRPr>
          </a:p>
          <a:p>
            <a:pPr defTabSz="914400">
              <a:lnSpc>
                <a:spcPct val="100000"/>
              </a:lnSpc>
            </a:pPr>
            <a:r>
              <a:rPr lang="de-DE" sz="1100" b="0" u="none" strike="noStrike">
                <a:solidFill>
                  <a:schemeClr val="dk1"/>
                </a:solidFill>
                <a:effectLst/>
                <a:uFillTx/>
                <a:latin typeface="Arial"/>
              </a:rPr>
              <a:t>	</a:t>
            </a:r>
            <a:r>
              <a:rPr lang="de-DE" sz="1100" b="0" u="none" strike="noStrike">
                <a:solidFill>
                  <a:schemeClr val="dk1"/>
                </a:solidFill>
                <a:effectLst/>
                <a:uFillTx/>
                <a:latin typeface="Arial"/>
              </a:rPr>
              <a:t>Generat Geometrey of CenterPoint</a:t>
            </a:r>
            <a:endParaRPr lang="de-DE" sz="1100" b="0" u="none" strike="noStrike">
              <a:solidFill>
                <a:srgbClr val="000000"/>
              </a:solidFill>
              <a:effectLst/>
              <a:uFillTx/>
              <a:latin typeface="Arial"/>
            </a:endParaRPr>
          </a:p>
          <a:p>
            <a:pPr defTabSz="914400">
              <a:lnSpc>
                <a:spcPct val="100000"/>
              </a:lnSpc>
            </a:pPr>
            <a:r>
              <a:rPr lang="de-DE" sz="1100" b="0" u="none" strike="noStrike">
                <a:solidFill>
                  <a:schemeClr val="dk1"/>
                </a:solidFill>
                <a:effectLst/>
                <a:uFillTx/>
                <a:latin typeface="Arial"/>
              </a:rPr>
              <a:t>	</a:t>
            </a:r>
            <a:r>
              <a:rPr lang="de-DE" sz="1100" b="0" u="none" strike="noStrike">
                <a:solidFill>
                  <a:schemeClr val="dk1"/>
                </a:solidFill>
                <a:effectLst/>
                <a:uFillTx/>
                <a:latin typeface="Arial"/>
              </a:rPr>
              <a:t>Generate Template for Part ( .stFile, Bounding Box, Genter of Gravity, Mass, Inertia)</a:t>
            </a:r>
            <a:endParaRPr lang="de-DE" sz="1100" b="0" u="none" strike="noStrike">
              <a:solidFill>
                <a:srgbClr val="000000"/>
              </a:solidFill>
              <a:effectLst/>
              <a:uFillTx/>
              <a:latin typeface="Arial"/>
            </a:endParaRPr>
          </a:p>
          <a:p>
            <a:pPr defTabSz="914400">
              <a:lnSpc>
                <a:spcPct val="100000"/>
              </a:lnSpc>
            </a:pPr>
            <a:endParaRPr lang="de-DE" sz="1100" b="0" u="none" strike="noStrike">
              <a:solidFill>
                <a:srgbClr val="000000"/>
              </a:solidFill>
              <a:effectLst/>
              <a:uFillTx/>
              <a:latin typeface="Arial"/>
            </a:endParaRPr>
          </a:p>
          <a:p>
            <a:pPr defTabSz="914400">
              <a:lnSpc>
                <a:spcPct val="100000"/>
              </a:lnSpc>
            </a:pPr>
            <a:r>
              <a:rPr lang="de-DE" sz="1100" b="0" u="none" strike="noStrike">
                <a:solidFill>
                  <a:schemeClr val="dk1"/>
                </a:solidFill>
                <a:effectLst/>
                <a:uFillTx/>
                <a:latin typeface="Arial"/>
              </a:rPr>
              <a:t>STLViewer in LCAMP Viewer</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Using Robot-Configuration</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Change Part Templates</a:t>
            </a:r>
            <a:endParaRPr lang="de-DE" sz="1100" b="0" u="none" strike="noStrike">
              <a:solidFill>
                <a:srgbClr val="000000"/>
              </a:solidFill>
              <a:effectLst/>
              <a:uFillTx/>
              <a:latin typeface="Arial"/>
            </a:endParaRPr>
          </a:p>
          <a:p>
            <a:pPr marL="457200" defTabSz="914400">
              <a:lnSpc>
                <a:spcPct val="100000"/>
              </a:lnSpc>
            </a:pP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Calculate with Geometry</a:t>
            </a:r>
            <a:endParaRPr lang="de-DE" sz="1100" b="0" u="none" strike="noStrike">
              <a:solidFill>
                <a:srgbClr val="000000"/>
              </a:solidFill>
              <a:effectLst/>
              <a:uFillTx/>
              <a:latin typeface="Arial"/>
            </a:endParaRPr>
          </a:p>
          <a:p>
            <a:pPr marL="457200" defTabSz="914400">
              <a:lnSpc>
                <a:spcPct val="100000"/>
              </a:lnSpc>
            </a:pPr>
            <a:r>
              <a:rPr lang="de-DE" sz="1100" b="0" u="none" strike="noStrike">
                <a:solidFill>
                  <a:schemeClr val="dk1"/>
                </a:solidFill>
                <a:effectLst/>
                <a:uFillTx/>
                <a:latin typeface="Arial"/>
              </a:rPr>
              <a:t>  </a:t>
            </a:r>
            <a:r>
              <a:rPr lang="de-DE" sz="1100" b="0" u="none" strike="noStrike">
                <a:solidFill>
                  <a:schemeClr val="dk1"/>
                </a:solidFill>
                <a:effectLst/>
                <a:uFillTx/>
                <a:latin typeface="Arial"/>
              </a:rPr>
              <a:t>	</a:t>
            </a:r>
            <a:r>
              <a:rPr lang="de-DE" sz="1100" b="0" u="none" strike="noStrike">
                <a:solidFill>
                  <a:schemeClr val="dk1"/>
                </a:solidFill>
                <a:effectLst/>
                <a:uFillTx/>
                <a:latin typeface="Arial"/>
              </a:rPr>
              <a:t>4x4 Matrix, Rotation and Trans-Sequence, Quarternions</a:t>
            </a:r>
            <a:endParaRPr lang="de-DE" sz="1100" b="0" u="none" strike="noStrike">
              <a:solidFill>
                <a:srgbClr val="000000"/>
              </a:solidFill>
              <a:effectLst/>
              <a:uFillTx/>
              <a:latin typeface="Arial"/>
            </a:endParaRPr>
          </a:p>
          <a:p>
            <a:pPr marL="457200" defTabSz="914400">
              <a:lnSpc>
                <a:spcPct val="100000"/>
              </a:lnSpc>
            </a:pPr>
            <a:endParaRPr lang="de-DE"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title"/>
          </p:nvPr>
        </p:nvSpPr>
        <p:spPr>
          <a:xfrm>
            <a:off x="3698280" y="417600"/>
            <a:ext cx="8102160" cy="1325160"/>
          </a:xfrm>
          <a:prstGeom prst="rect">
            <a:avLst/>
          </a:prstGeom>
          <a:noFill/>
          <a:ln w="0">
            <a:noFill/>
          </a:ln>
        </p:spPr>
        <p:txBody>
          <a:bodyPr lIns="0" rIns="0" tIns="0" bIns="0" anchor="ctr">
            <a:spAutoFit/>
          </a:bodyPr>
          <a:p>
            <a:pPr indent="0" defTabSz="914400">
              <a:lnSpc>
                <a:spcPct val="90000"/>
              </a:lnSpc>
              <a:buNone/>
            </a:pPr>
            <a:r>
              <a:rPr lang="de-DE" sz="3000" b="0" u="none" strike="noStrike">
                <a:solidFill>
                  <a:schemeClr val="dk1"/>
                </a:solidFill>
                <a:effectLst/>
                <a:uFillTx/>
                <a:latin typeface="Arial Black"/>
              </a:rPr>
              <a:t>Software</a:t>
            </a:r>
            <a:endParaRPr lang="es-ES" sz="3000" b="0" u="none" strike="noStrike">
              <a:solidFill>
                <a:schemeClr val="dk1"/>
              </a:solidFill>
              <a:effectLst/>
              <a:uFillTx/>
              <a:latin typeface="Arial"/>
            </a:endParaRPr>
          </a:p>
        </p:txBody>
      </p:sp>
      <p:pic>
        <p:nvPicPr>
          <p:cNvPr id="377" name=""/>
          <p:cNvPicPr/>
          <p:nvPr/>
        </p:nvPicPr>
        <p:blipFill>
          <a:blip r:embed="rId1"/>
          <a:stretch/>
        </p:blipFill>
        <p:spPr>
          <a:xfrm>
            <a:off x="609480" y="1604520"/>
            <a:ext cx="10972440" cy="3977280"/>
          </a:xfrm>
          <a:prstGeom prst="rect">
            <a:avLst/>
          </a:prstGeom>
          <a:noFill/>
          <a:ln w="0">
            <a:noFill/>
          </a:ln>
        </p:spPr>
      </p:pic>
      <p:sp>
        <p:nvSpPr>
          <p:cNvPr id="378" name=""/>
          <p:cNvSpPr txBox="1"/>
          <p:nvPr/>
        </p:nvSpPr>
        <p:spPr>
          <a:xfrm>
            <a:off x="1103760" y="4500000"/>
            <a:ext cx="6636240" cy="346680"/>
          </a:xfrm>
          <a:prstGeom prst="rect">
            <a:avLst/>
          </a:prstGeom>
          <a:noFill/>
          <a:ln w="0">
            <a:noFill/>
          </a:ln>
        </p:spPr>
        <p:txBody>
          <a:bodyPr lIns="90000" rIns="90000" tIns="45000" bIns="45000" anchor="t">
            <a:spAutoFit/>
          </a:bodyPr>
          <a:p>
            <a:r>
              <a:rPr lang="de-DE" sz="1800" b="0" u="none" strike="noStrike">
                <a:solidFill>
                  <a:srgbClr val="000000"/>
                </a:solidFill>
                <a:effectLst/>
                <a:uFillTx/>
                <a:latin typeface="Arial"/>
                <a:hlinkClick r:id="rId2"/>
              </a:rPr>
              <a:t>https://apps.microsoft.com/detail/9nblggh42ths?hl=de-DE&amp;gl=LI</a:t>
            </a:r>
            <a:endParaRPr lang="de-DE" sz="1800" b="0" u="none" strike="noStrike">
              <a:solidFill>
                <a:srgbClr val="000000"/>
              </a:solidFill>
              <a:effectLst/>
              <a:uFillTx/>
              <a:latin typeface="Arial"/>
            </a:endParaRPr>
          </a:p>
        </p:txBody>
      </p:sp>
      <p:sp>
        <p:nvSpPr>
          <p:cNvPr id="379" name=""/>
          <p:cNvSpPr txBox="1"/>
          <p:nvPr/>
        </p:nvSpPr>
        <p:spPr>
          <a:xfrm>
            <a:off x="1182960" y="3600000"/>
            <a:ext cx="6197040" cy="720000"/>
          </a:xfrm>
          <a:prstGeom prst="rect">
            <a:avLst/>
          </a:prstGeom>
          <a:noFill/>
          <a:ln w="0">
            <a:noFill/>
          </a:ln>
        </p:spPr>
        <p:txBody>
          <a:bodyPr lIns="90000" rIns="90000" tIns="45000" bIns="45000" anchor="t">
            <a:spAutoFit/>
          </a:bodyPr>
          <a:p>
            <a:r>
              <a:rPr lang="de-DE" sz="1000" b="0" u="none" strike="noStrike">
                <a:solidFill>
                  <a:srgbClr val="000000"/>
                </a:solidFill>
                <a:effectLst/>
                <a:uFillTx/>
                <a:latin typeface="Arial"/>
              </a:rPr>
              <a:t>Einfaches Anzeigen von 3D-Modellen und -Animationen in Echtzeit. 3D-Viewer können Sie 3D-Modelle mit Beleuchtungssteuerelementen anzeigen, Modelldaten untersuchen und verschiedene Schattierungsmodi visualisieren. </a:t>
            </a:r>
            <a:endParaRPr lang="de-DE" sz="1000" b="0" u="none" strike="noStrike">
              <a:solidFill>
                <a:srgbClr val="000000"/>
              </a:solidFill>
              <a:effectLst/>
              <a:uFillTx/>
              <a:latin typeface="Arial"/>
            </a:endParaRPr>
          </a:p>
        </p:txBody>
      </p:sp>
      <p:sp>
        <p:nvSpPr>
          <p:cNvPr id="380" name=""/>
          <p:cNvSpPr txBox="1"/>
          <p:nvPr/>
        </p:nvSpPr>
        <p:spPr>
          <a:xfrm>
            <a:off x="1130760" y="2452680"/>
            <a:ext cx="6789240" cy="427320"/>
          </a:xfrm>
          <a:prstGeom prst="rect">
            <a:avLst/>
          </a:prstGeom>
          <a:noFill/>
          <a:ln w="0">
            <a:noFill/>
          </a:ln>
        </p:spPr>
        <p:txBody>
          <a:bodyPr lIns="90000" rIns="90000" tIns="45000" bIns="45000" anchor="t">
            <a:spAutoFit/>
          </a:bodyPr>
          <a:p>
            <a:r>
              <a:rPr lang="de-DE" sz="2400" b="0" u="none" strike="noStrike">
                <a:solidFill>
                  <a:srgbClr val="000000"/>
                </a:solidFill>
                <a:effectLst/>
                <a:uFillTx/>
                <a:latin typeface="Times New Roman"/>
                <a:hlinkClick r:id="rId3"/>
              </a:rPr>
              <a:t>https://github.com/LCAMP-DHBW/LCAMP</a:t>
            </a:r>
            <a:endParaRPr lang="de-DE" sz="2400" b="0" u="none" strike="noStrike">
              <a:solidFill>
                <a:srgbClr val="000000"/>
              </a:solidFill>
              <a:effectLst/>
              <a:uFillTx/>
              <a:latin typeface="Times New Roman"/>
            </a:endParaRPr>
          </a:p>
        </p:txBody>
      </p:sp>
      <p:sp>
        <p:nvSpPr>
          <p:cNvPr id="381" name=""/>
          <p:cNvSpPr txBox="1"/>
          <p:nvPr/>
        </p:nvSpPr>
        <p:spPr>
          <a:xfrm>
            <a:off x="1130760" y="2160000"/>
            <a:ext cx="6197040" cy="360000"/>
          </a:xfrm>
          <a:prstGeom prst="rect">
            <a:avLst/>
          </a:prstGeom>
          <a:noFill/>
          <a:ln w="0">
            <a:noFill/>
          </a:ln>
        </p:spPr>
        <p:txBody>
          <a:bodyPr lIns="90000" rIns="90000" tIns="45000" bIns="45000" anchor="t">
            <a:spAutoFit/>
          </a:bodyPr>
          <a:p>
            <a:r>
              <a:rPr lang="de-DE" sz="1000" b="0" u="none" strike="noStrike">
                <a:solidFill>
                  <a:srgbClr val="000000"/>
                </a:solidFill>
                <a:effectLst/>
                <a:uFillTx/>
                <a:latin typeface="Arial"/>
              </a:rPr>
              <a:t>Git Link für Konfigurator</a:t>
            </a:r>
            <a:endParaRPr lang="de-DE" sz="1000" b="0" u="none" strike="noStrike">
              <a:solidFill>
                <a:srgbClr val="000000"/>
              </a:solidFill>
              <a:effectLst/>
              <a:uFillTx/>
              <a:latin typeface="Arial"/>
            </a:endParaRPr>
          </a:p>
        </p:txBody>
      </p:sp>
      <p:sp>
        <p:nvSpPr>
          <p:cNvPr id="382" name=""/>
          <p:cNvSpPr txBox="1"/>
          <p:nvPr/>
        </p:nvSpPr>
        <p:spPr>
          <a:xfrm>
            <a:off x="1130760" y="2880000"/>
            <a:ext cx="8589240" cy="427320"/>
          </a:xfrm>
          <a:prstGeom prst="rect">
            <a:avLst/>
          </a:prstGeom>
          <a:noFill/>
          <a:ln w="0">
            <a:noFill/>
          </a:ln>
        </p:spPr>
        <p:txBody>
          <a:bodyPr lIns="90000" rIns="90000" tIns="45000" bIns="45000" anchor="t">
            <a:spAutoFit/>
          </a:bodyPr>
          <a:p>
            <a:r>
              <a:rPr lang="de-DE" sz="2400" b="0" u="none" strike="noStrike">
                <a:solidFill>
                  <a:srgbClr val="000000"/>
                </a:solidFill>
                <a:effectLst/>
                <a:uFillTx/>
                <a:latin typeface="Times New Roman"/>
                <a:hlinkClick r:id="rId4"/>
              </a:rPr>
              <a:t>https://github.com/LCAMP-DHBW/LCAMP_CONFIGURATOR</a:t>
            </a:r>
            <a:endParaRPr lang="de-DE"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3" name="Picture 4" descr="Logo&#10;&#10;Description automatically generated"/>
          <p:cNvPicPr/>
          <p:nvPr/>
        </p:nvPicPr>
        <p:blipFill>
          <a:blip r:embed="rId1"/>
          <a:srcRect l="0" t="0" r="0" b="14950"/>
          <a:stretch/>
        </p:blipFill>
        <p:spPr>
          <a:xfrm>
            <a:off x="2983680" y="5060880"/>
            <a:ext cx="679680" cy="578160"/>
          </a:xfrm>
          <a:prstGeom prst="rect">
            <a:avLst/>
          </a:prstGeom>
          <a:noFill/>
          <a:ln w="0">
            <a:noFill/>
          </a:ln>
        </p:spPr>
      </p:pic>
      <p:pic>
        <p:nvPicPr>
          <p:cNvPr id="384" name="Picture 6" descr="Icon&#10;&#10;Description automatically generated"/>
          <p:cNvPicPr/>
          <p:nvPr/>
        </p:nvPicPr>
        <p:blipFill>
          <a:blip r:embed="rId2"/>
          <a:srcRect l="12604" t="15269" r="15269" b="15769"/>
          <a:stretch/>
        </p:blipFill>
        <p:spPr>
          <a:xfrm>
            <a:off x="1121400" y="5211000"/>
            <a:ext cx="467280" cy="446400"/>
          </a:xfrm>
          <a:prstGeom prst="rect">
            <a:avLst/>
          </a:prstGeom>
          <a:noFill/>
          <a:ln w="0">
            <a:noFill/>
          </a:ln>
        </p:spPr>
      </p:pic>
      <p:pic>
        <p:nvPicPr>
          <p:cNvPr id="385" name="Picture 15" descr="Icon&#10;&#10;Description automatically generated"/>
          <p:cNvPicPr/>
          <p:nvPr/>
        </p:nvPicPr>
        <p:blipFill>
          <a:blip r:embed="rId3"/>
          <a:srcRect l="14710" t="12660" r="11891" b="14505"/>
          <a:stretch/>
        </p:blipFill>
        <p:spPr>
          <a:xfrm>
            <a:off x="5144040" y="5052600"/>
            <a:ext cx="516240" cy="512280"/>
          </a:xfrm>
          <a:prstGeom prst="rect">
            <a:avLst/>
          </a:prstGeom>
          <a:noFill/>
          <a:ln w="0">
            <a:noFill/>
          </a:ln>
        </p:spPr>
      </p:pic>
      <p:sp>
        <p:nvSpPr>
          <p:cNvPr id="386" name="Rectangle 17"/>
          <p:cNvSpPr/>
          <p:nvPr/>
        </p:nvSpPr>
        <p:spPr>
          <a:xfrm>
            <a:off x="169920" y="5639040"/>
            <a:ext cx="2073240" cy="3380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1600" b="0" u="none" strike="noStrike">
                <a:solidFill>
                  <a:srgbClr val="57b9df"/>
                </a:solidFill>
                <a:effectLst/>
                <a:uFillTx/>
                <a:latin typeface="Roboto"/>
                <a:ea typeface="Roboto"/>
              </a:rPr>
              <a:t>www.lcamp.eu</a:t>
            </a:r>
            <a:endParaRPr lang="de-DE" sz="1600" b="0" u="none" strike="noStrike">
              <a:solidFill>
                <a:srgbClr val="000000"/>
              </a:solidFill>
              <a:effectLst/>
              <a:uFillTx/>
              <a:latin typeface="Arial"/>
            </a:endParaRPr>
          </a:p>
        </p:txBody>
      </p:sp>
      <p:sp>
        <p:nvSpPr>
          <p:cNvPr id="387" name="Rectangle 18"/>
          <p:cNvSpPr/>
          <p:nvPr/>
        </p:nvSpPr>
        <p:spPr>
          <a:xfrm>
            <a:off x="2287080" y="5661360"/>
            <a:ext cx="2073240" cy="3380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1600" b="0" u="none" strike="noStrike">
                <a:solidFill>
                  <a:srgbClr val="57b9df"/>
                </a:solidFill>
                <a:effectLst/>
                <a:uFillTx/>
                <a:latin typeface="Roboto"/>
                <a:ea typeface="Roboto"/>
              </a:rPr>
              <a:t>@LCAMP_EU</a:t>
            </a:r>
            <a:endParaRPr lang="de-DE" sz="1600" b="0" u="none" strike="noStrike">
              <a:solidFill>
                <a:srgbClr val="000000"/>
              </a:solidFill>
              <a:effectLst/>
              <a:uFillTx/>
              <a:latin typeface="Arial"/>
            </a:endParaRPr>
          </a:p>
        </p:txBody>
      </p:sp>
      <p:sp>
        <p:nvSpPr>
          <p:cNvPr id="388" name="Rectangle 19"/>
          <p:cNvSpPr/>
          <p:nvPr/>
        </p:nvSpPr>
        <p:spPr>
          <a:xfrm>
            <a:off x="4360680" y="5658120"/>
            <a:ext cx="2073240" cy="830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1200" b="0" u="none" strike="noStrike">
                <a:solidFill>
                  <a:srgbClr val="57b9df"/>
                </a:solidFill>
                <a:effectLst/>
                <a:uFillTx/>
                <a:latin typeface="Roboto"/>
                <a:ea typeface="Roboto"/>
              </a:rPr>
              <a:t>LCAMP</a:t>
            </a:r>
            <a:br>
              <a:rPr sz="1200"/>
            </a:br>
            <a:r>
              <a:rPr lang="en-GB" sz="1200" b="0" u="none" strike="noStrike">
                <a:solidFill>
                  <a:srgbClr val="57b9df"/>
                </a:solidFill>
                <a:effectLst/>
                <a:uFillTx/>
                <a:latin typeface="Roboto"/>
                <a:ea typeface="Roboto"/>
              </a:rPr>
              <a:t>Learner Centric Advanced Manufacturing Platform for CoVEs</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1_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2_Diseño personaliza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026C5034DEF31469D687DC74110F0C4" ma:contentTypeVersion="15" ma:contentTypeDescription="Crear nuevo documento." ma:contentTypeScope="" ma:versionID="624ba073da7bf5ef6710c153922bfe2a">
  <xsd:schema xmlns:xsd="http://www.w3.org/2001/XMLSchema" xmlns:xs="http://www.w3.org/2001/XMLSchema" xmlns:p="http://schemas.microsoft.com/office/2006/metadata/properties" xmlns:ns2="fab0e02d-7b70-4413-b572-d44f1292ffc6" xmlns:ns3="328b14d6-6e2c-4870-bd3d-20a4f0e49c9e" targetNamespace="http://schemas.microsoft.com/office/2006/metadata/properties" ma:root="true" ma:fieldsID="d27818411709e7aaf384ab0585117f59" ns2:_="" ns3:_="">
    <xsd:import namespace="fab0e02d-7b70-4413-b572-d44f1292ffc6"/>
    <xsd:import namespace="328b14d6-6e2c-4870-bd3d-20a4f0e49c9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b0e02d-7b70-4413-b572-d44f1292ff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18748ed3-a044-4069-afca-14a5a74919a6"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28b14d6-6e2c-4870-bd3d-20a4f0e49c9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484c96b-0302-40db-b824-a3a76ee72efe}" ma:internalName="TaxCatchAll" ma:showField="CatchAllData" ma:web="328b14d6-6e2c-4870-bd3d-20a4f0e49c9e">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ab0e02d-7b70-4413-b572-d44f1292ffc6">
      <Terms xmlns="http://schemas.microsoft.com/office/infopath/2007/PartnerControls"/>
    </lcf76f155ced4ddcb4097134ff3c332f>
    <TaxCatchAll xmlns="328b14d6-6e2c-4870-bd3d-20a4f0e49c9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5EBA61C-7ACB-4127-9EDB-98476CDA5DE2}">
  <ds:schemaRefs>
    <ds:schemaRef ds:uri="328b14d6-6e2c-4870-bd3d-20a4f0e49c9e"/>
    <ds:schemaRef ds:uri="fab0e02d-7b70-4413-b572-d44f1292ffc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44FABB3-CE70-4C91-AF8A-B0A2851AB074}">
  <ds:schemaRefs>
    <ds:schemaRef ds:uri="http://purl.org/dc/elements/1.1/"/>
    <ds:schemaRef ds:uri="http://schemas.openxmlformats.org/package/2006/metadata/core-properties"/>
    <ds:schemaRef ds:uri="fab0e02d-7b70-4413-b572-d44f1292ffc6"/>
    <ds:schemaRef ds:uri="http://purl.org/dc/terms/"/>
    <ds:schemaRef ds:uri="http://schemas.microsoft.com/office/2006/documentManagement/types"/>
    <ds:schemaRef ds:uri="http://schemas.microsoft.com/office/2006/metadata/properties"/>
    <ds:schemaRef ds:uri="328b14d6-6e2c-4870-bd3d-20a4f0e49c9e"/>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19C3B1CB-1F6F-4D95-9405-12E9FC8B52C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TotalTime>
  <Application>LibreOffice/25.8.4.2$Windows_X86_64 LibreOffice_project/290daaa01b999472f0c7a3890eb6a550fd74c6df</Application>
  <AppVersion>15.0000</AppVersion>
  <Words>1580</Words>
  <Paragraphs>410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2022-08-31T20:39:04Z</dcterms:created>
  <dc:creator>Elena Gonzalez Larrañaga</dc:creator>
  <dc:description/>
  <dc:language>de-DE</dc:language>
  <cp:lastModifiedBy/>
  <dcterms:modified xsi:type="dcterms:W3CDTF">2026-02-25T13:29:03Z</dcterms:modified>
  <cp:revision>147</cp:revision>
  <dc:subject/>
  <dc:title>Write here first tittle content, in blue dark color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0x010100B026C5034DEF31469D687DC74110F0C4</vt:lpwstr>
  </property>
  <property fmtid="{D5CDD505-2E9C-101B-9397-08002B2CF9AE}" pid="3" name="MediaServiceImageTags">
    <vt:lpwstr/>
  </property>
  <property fmtid="{D5CDD505-2E9C-101B-9397-08002B2CF9AE}" pid="4" name="PresentationFormat">
    <vt:lpwstr>Widescreen</vt:lpwstr>
  </property>
  <property fmtid="{D5CDD505-2E9C-101B-9397-08002B2CF9AE}" pid="5" name="Slides">
    <vt:i4>26</vt:i4>
  </property>
</Properties>
</file>