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09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192A-7397-A349-E36B-F892AEB17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CA544-FF3A-4602-C079-AC28C9ECF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1D63-40EA-24F0-F598-874BEEC2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7210-E1AC-F74C-96A4-EB9D9C4C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398C-37E4-A263-6235-E3D5DBDB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52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CB28-7B4D-F975-5F76-4F768C04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7A1D-5428-E4B4-B7B3-7394D8CC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A32BB-EE63-2617-E2BB-FCCDBE98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413F6-92FE-5E70-2BB4-107D003E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1762A-F51A-A871-8210-67F719A4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02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3CDE-9B98-436C-B51A-4F6D9365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16CCD-5BA5-22A4-174F-2FD165991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6BA63-8D09-C5AE-3423-F442B36A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D85D-ACE0-14E1-B4D2-FEC54BB6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6579-934B-B7F5-BF31-6D80EF0C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71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FE8B-A46A-11A9-89BC-49C4CB32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F7ED-2F71-7B73-F5AB-3ADB9833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009B7-F6D0-67B7-89A4-6187F6627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C5528-DECB-6E9D-28B4-B2389306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ABE9A-B922-75EE-52F7-E3C6B42A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773B5-A440-FA2B-E761-EC5C9B67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56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B8F7-7AEF-4DDD-19DC-0688C50C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E7B5C-EE3E-84D6-A0BE-AAE5039ED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35E3E-D53A-F1B8-0259-F964D3FD1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D7730-C9D8-6A1B-4F07-13B51A581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CA0B8-101C-FC87-2DEF-6B2F23A72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AF627-F8EB-F97D-8CC8-542C0842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D0784-7B13-3AEC-8B61-24E69249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49D9D-F0CC-FA68-D767-CFB79002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08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A7DF-4A26-50ED-F0E1-EC3335FE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102EA-A1D9-AF79-7294-80FC91F8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29381-D40D-E46A-35A5-CDC8D412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9C672-C0E7-6A4C-1CB3-04B93C09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90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D5A71-764C-E80C-9F8D-BF4F7667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96163-6DF2-1640-F38B-2AB740F2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4B24E-2E1A-F80B-D162-83F12267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720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7A3C-B4ED-B099-29BE-E939EF73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749A-1BFB-6B33-0F52-B9BE15364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3349A-F98A-3DDE-30F8-77520BCD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34E4D-AB17-6ABE-7A97-3C31D0B8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D521-78C3-7ACB-A38B-37A10C2E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D5A1E-6C92-C153-F9A7-0CD3AC60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7282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4B9C-1BCB-E85B-C8E2-742AD3FB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D0E59-357E-785A-A9CC-63C8A5FA0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39A64-8383-01B4-A051-F6CD40ADE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80697-0B06-E36C-3276-27D73F86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7396B-FB9F-B1AB-9AA5-1AA09E54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D3BD7-06E6-202C-62EE-D0F0F421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6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2FFE-ED5A-589C-3B55-1C2410CA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73EA0-FD60-75C2-D5FA-63DECD288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5B15D-20B0-22E0-5247-4DED3243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4C707-0D1D-A912-5E70-0BE107E7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9C9D9-1602-39A4-EB84-B624D2BF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47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5BA83-14DB-FF84-ACB7-09FF71A0F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D8C8F-2C00-36AF-9277-ACB4DCFA2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BD91-6C2F-2CBF-311C-0F7B06A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23B7-D193-8714-B42A-8B455DC20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63818-7320-B55F-1DBD-38CAED0C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16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95050-412C-EF2E-BD7D-F7A6D8EF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FB68C-D9E1-CB02-69A4-4D2279EC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800A7-B888-0404-677B-094A59969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10DD7-EC33-4952-9505-651737CA7D9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2F46-D53C-C3B9-67BF-121D99E0E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D17B0-771F-CA5C-9BFF-6489D5994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02586-BC6A-4C4F-89FA-86EE6E9FCE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08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EBA1-8EDC-92DA-5550-B3C398039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C85F6-C823-7BD8-9D93-DC851059B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41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CA6D-747D-6F1A-EBA6-A75D7CC8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Roller_2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7AAB-4D5B-3F66-A6F7-7ECB42B51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8B1FB-82E4-ABE8-5441-D074DF70E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47" y="1922032"/>
            <a:ext cx="5945982" cy="493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4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Roller_2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Klaus-Dieter Rupp</dc:creator>
  <cp:lastModifiedBy>Klaus-Dieter Rupp</cp:lastModifiedBy>
  <cp:revision>3</cp:revision>
  <dcterms:created xsi:type="dcterms:W3CDTF">2025-04-10T09:00:24Z</dcterms:created>
  <dcterms:modified xsi:type="dcterms:W3CDTF">2025-04-10T09:50:58Z</dcterms:modified>
</cp:coreProperties>
</file>