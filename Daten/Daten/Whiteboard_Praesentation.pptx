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1" r:id="rId5"/>
    <p:sldId id="262" r:id="rId6"/>
    <p:sldId id="263" r:id="rId7"/>
    <p:sldId id="264" r:id="rId8"/>
    <p:sldId id="266" r:id="rId9"/>
    <p:sldId id="258" r:id="rId10"/>
    <p:sldId id="267" r:id="rId11"/>
    <p:sldId id="260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64" d="100"/>
          <a:sy n="164" d="100"/>
        </p:scale>
        <p:origin x="710" y="1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/>
              <a:t>Rules </a:t>
            </a:r>
            <a:r>
              <a:rPr dirty="0"/>
              <a:t> &amp; Stru</a:t>
            </a:r>
            <a:r>
              <a:rPr lang="de-DE" dirty="0"/>
              <a:t>c</a:t>
            </a:r>
            <a:r>
              <a:rPr dirty="0"/>
              <a:t>tur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/>
              <a:t>Drawing </a:t>
            </a:r>
            <a:r>
              <a:rPr lang="de-DE" dirty="0" err="1"/>
              <a:t>rules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de-DE" b="1" dirty="0" err="1"/>
              <a:t>LC-Pxxyy.nnnn-Mmmtt#RGBA</a:t>
            </a:r>
            <a:endParaRPr lang="de-DE" b="1" dirty="0"/>
          </a:p>
          <a:p>
            <a:r>
              <a:rPr lang="de-DE" sz="1500" dirty="0"/>
              <a:t>LC	LCAMP</a:t>
            </a:r>
          </a:p>
          <a:p>
            <a:r>
              <a:rPr lang="de-DE" sz="1500" dirty="0"/>
              <a:t>P		Part</a:t>
            </a:r>
          </a:p>
          <a:p>
            <a:r>
              <a:rPr lang="de-DE" sz="1500" dirty="0"/>
              <a:t>M 	Material</a:t>
            </a:r>
          </a:p>
          <a:p>
            <a:r>
              <a:rPr lang="de-DE" sz="1500" dirty="0"/>
              <a:t>xx	Baugruppe	</a:t>
            </a:r>
            <a:r>
              <a:rPr lang="de-DE" sz="1500" dirty="0">
                <a:sym typeface="Wingdings" panose="05000000000000000000" pitchFamily="2" charset="2"/>
              </a:rPr>
              <a:t>  10  </a:t>
            </a:r>
            <a:r>
              <a:rPr lang="de-DE" sz="1500" dirty="0" err="1">
                <a:sym typeface="Wingdings" panose="05000000000000000000" pitchFamily="2" charset="2"/>
              </a:rPr>
              <a:t>DriveSystem</a:t>
            </a:r>
            <a:r>
              <a:rPr lang="de-DE" sz="1500" dirty="0">
                <a:sym typeface="Wingdings" panose="05000000000000000000" pitchFamily="2" charset="2"/>
              </a:rPr>
              <a:t>	20 Wheel	30 Sensorbox	 s0 Sensoren</a:t>
            </a:r>
            <a:endParaRPr lang="de-DE" sz="1500" dirty="0"/>
          </a:p>
          <a:p>
            <a:r>
              <a:rPr lang="de-DE" sz="1500" dirty="0" err="1"/>
              <a:t>yy</a:t>
            </a:r>
            <a:r>
              <a:rPr lang="de-DE" sz="1500" dirty="0"/>
              <a:t>  	</a:t>
            </a:r>
            <a:r>
              <a:rPr lang="de-DE" sz="1500" dirty="0" err="1"/>
              <a:t>TeileGruppe</a:t>
            </a:r>
            <a:r>
              <a:rPr lang="de-DE" sz="1500" dirty="0"/>
              <a:t> </a:t>
            </a:r>
            <a:r>
              <a:rPr lang="de-DE" sz="1500" dirty="0">
                <a:sym typeface="Wingdings" panose="05000000000000000000" pitchFamily="2" charset="2"/>
              </a:rPr>
              <a:t>  Stepper, DC, </a:t>
            </a:r>
            <a:r>
              <a:rPr lang="de-DE" sz="1500" dirty="0" err="1">
                <a:sym typeface="Wingdings" panose="05000000000000000000" pitchFamily="2" charset="2"/>
              </a:rPr>
              <a:t>Servo</a:t>
            </a:r>
            <a:r>
              <a:rPr lang="de-DE" sz="1500" dirty="0">
                <a:sym typeface="Wingdings" panose="05000000000000000000" pitchFamily="2" charset="2"/>
              </a:rPr>
              <a:t>, Passive |  </a:t>
            </a:r>
            <a:r>
              <a:rPr lang="de-DE" sz="1500" dirty="0" err="1">
                <a:sym typeface="Wingdings" panose="05000000000000000000" pitchFamily="2" charset="2"/>
              </a:rPr>
              <a:t>Mecanum</a:t>
            </a:r>
            <a:r>
              <a:rPr lang="de-DE" sz="1500" dirty="0">
                <a:sym typeface="Wingdings" panose="05000000000000000000" pitchFamily="2" charset="2"/>
              </a:rPr>
              <a:t>, Regular, </a:t>
            </a:r>
            <a:r>
              <a:rPr lang="de-DE" sz="1500" dirty="0" err="1">
                <a:sym typeface="Wingdings" panose="05000000000000000000" pitchFamily="2" charset="2"/>
              </a:rPr>
              <a:t>Omni</a:t>
            </a:r>
            <a:endParaRPr lang="de-DE" sz="1500" dirty="0"/>
          </a:p>
          <a:p>
            <a:r>
              <a:rPr lang="de-DE" sz="1500" dirty="0" err="1"/>
              <a:t>nnnn</a:t>
            </a:r>
            <a:r>
              <a:rPr lang="de-DE" sz="1500" dirty="0"/>
              <a:t> 	</a:t>
            </a:r>
            <a:r>
              <a:rPr lang="de-DE" sz="1500" dirty="0" err="1"/>
              <a:t>Teilenummmer</a:t>
            </a:r>
            <a:endParaRPr lang="de-DE" sz="1500" dirty="0"/>
          </a:p>
          <a:p>
            <a:r>
              <a:rPr lang="de-DE" sz="1500" dirty="0"/>
              <a:t>mm 	Material</a:t>
            </a:r>
          </a:p>
          <a:p>
            <a:r>
              <a:rPr lang="de-DE" sz="1500" dirty="0" err="1"/>
              <a:t>tt</a:t>
            </a:r>
            <a:r>
              <a:rPr lang="de-DE" sz="1500" dirty="0"/>
              <a:t>	Technologie</a:t>
            </a:r>
          </a:p>
          <a:p>
            <a:r>
              <a:rPr lang="de-DE" sz="1500" dirty="0"/>
              <a:t>#RGBA  Farbcode in RGBA Farben hex</a:t>
            </a:r>
          </a:p>
          <a:p>
            <a:endParaRPr lang="de-DE" sz="1500" dirty="0"/>
          </a:p>
          <a:p>
            <a:r>
              <a:rPr lang="de-DE" sz="1500" dirty="0" err="1"/>
              <a:t>yy</a:t>
            </a:r>
            <a:r>
              <a:rPr sz="1500" dirty="0"/>
              <a:t> ≈ </a:t>
            </a:r>
            <a:r>
              <a:rPr lang="de-DE" sz="1500" dirty="0"/>
              <a:t>00</a:t>
            </a:r>
            <a:r>
              <a:rPr sz="1500" dirty="0"/>
              <a:t> = </a:t>
            </a:r>
            <a:r>
              <a:rPr sz="1500" dirty="0" err="1"/>
              <a:t>Gleichteile</a:t>
            </a:r>
            <a:r>
              <a:rPr lang="de-DE" sz="1500" dirty="0"/>
              <a:t>  </a:t>
            </a:r>
            <a:r>
              <a:rPr lang="de-DE" sz="1500" dirty="0">
                <a:sym typeface="Wingdings" panose="05000000000000000000" pitchFamily="2" charset="2"/>
              </a:rPr>
              <a:t> Teilegruppe für z.B. Hub-Cap, Wheel-Hub</a:t>
            </a:r>
            <a:endParaRPr sz="1500" dirty="0"/>
          </a:p>
          <a:p>
            <a:r>
              <a:rPr sz="1400" dirty="0" err="1"/>
              <a:t>Folgende</a:t>
            </a:r>
            <a:r>
              <a:rPr sz="1400" dirty="0"/>
              <a:t> </a:t>
            </a:r>
            <a:r>
              <a:rPr sz="1400" dirty="0" err="1"/>
              <a:t>Zeichen</a:t>
            </a:r>
            <a:r>
              <a:rPr sz="1400" dirty="0"/>
              <a:t> </a:t>
            </a:r>
            <a:r>
              <a:rPr sz="1400" dirty="0" err="1"/>
              <a:t>sind</a:t>
            </a:r>
            <a:r>
              <a:rPr sz="1400" dirty="0"/>
              <a:t> </a:t>
            </a:r>
            <a:r>
              <a:rPr sz="1400" dirty="0" err="1"/>
              <a:t>nicht</a:t>
            </a:r>
            <a:r>
              <a:rPr sz="1400" dirty="0"/>
              <a:t> </a:t>
            </a:r>
            <a:r>
              <a:rPr sz="1400" dirty="0" err="1"/>
              <a:t>erlaubt</a:t>
            </a:r>
            <a:r>
              <a:rPr sz="1400" dirty="0"/>
              <a:t>:</a:t>
            </a:r>
            <a:r>
              <a:rPr lang="de-DE" sz="1400" dirty="0"/>
              <a:t>  </a:t>
            </a:r>
            <a:r>
              <a:rPr lang="de-DE" sz="1200" dirty="0">
                <a:sym typeface="Wingdings" panose="05000000000000000000" pitchFamily="2" charset="2"/>
              </a:rPr>
              <a:t> können nicht in Dateinamen abgebildet werden</a:t>
            </a:r>
            <a:endParaRPr sz="1200" dirty="0"/>
          </a:p>
          <a:p>
            <a:r>
              <a:rPr sz="1400" dirty="0"/>
              <a:t>  &lt; &gt; / \ : * ? " | </a:t>
            </a:r>
          </a:p>
          <a:p>
            <a:r>
              <a:rPr sz="1400" dirty="0"/>
              <a:t>• </a:t>
            </a:r>
            <a:r>
              <a:rPr sz="1400" dirty="0" err="1"/>
              <a:t>Erlaubte</a:t>
            </a:r>
            <a:r>
              <a:rPr sz="1400" dirty="0"/>
              <a:t> </a:t>
            </a:r>
            <a:r>
              <a:rPr sz="1400" dirty="0" err="1"/>
              <a:t>Buchstaben</a:t>
            </a:r>
            <a:r>
              <a:rPr sz="1400" dirty="0"/>
              <a:t>: a b c d e f g h i</a:t>
            </a:r>
            <a:r>
              <a:rPr lang="de-DE" sz="1400" dirty="0"/>
              <a:t>   </a:t>
            </a:r>
            <a:r>
              <a:rPr lang="de-DE" sz="1400" dirty="0">
                <a:sym typeface="Wingdings" panose="05000000000000000000" pitchFamily="2" charset="2"/>
              </a:rPr>
              <a:t> soll ersetzt werden mit ‚‘#</a:t>
            </a:r>
            <a:r>
              <a:rPr lang="de-DE" sz="1400" dirty="0" err="1">
                <a:sym typeface="Wingdings" panose="05000000000000000000" pitchFamily="2" charset="2"/>
              </a:rPr>
              <a:t>ua</a:t>
            </a:r>
            <a:r>
              <a:rPr lang="de-DE" sz="1400" dirty="0">
                <a:sym typeface="Wingdings" panose="05000000000000000000" pitchFamily="2" charset="2"/>
              </a:rPr>
              <a:t>‘‚‘#</a:t>
            </a:r>
            <a:r>
              <a:rPr lang="de-DE" sz="1400" dirty="0" err="1">
                <a:sym typeface="Wingdings" panose="05000000000000000000" pitchFamily="2" charset="2"/>
              </a:rPr>
              <a:t>ub</a:t>
            </a:r>
            <a:r>
              <a:rPr lang="de-DE" sz="1400" dirty="0">
                <a:sym typeface="Wingdings" panose="05000000000000000000" pitchFamily="2" charset="2"/>
              </a:rPr>
              <a:t>‘, ….</a:t>
            </a:r>
            <a:endParaRPr lang="de-DE" sz="1400" dirty="0"/>
          </a:p>
          <a:p>
            <a:r>
              <a:rPr sz="1400" dirty="0"/>
              <a:t>• </a:t>
            </a:r>
            <a:r>
              <a:rPr sz="1400" dirty="0" err="1"/>
              <a:t>Ersetze</a:t>
            </a:r>
            <a:r>
              <a:rPr sz="1400" dirty="0"/>
              <a:t> '-' </a:t>
            </a:r>
            <a:r>
              <a:rPr sz="1400" dirty="0" err="1"/>
              <a:t>durch</a:t>
            </a:r>
            <a:r>
              <a:rPr sz="1400" dirty="0"/>
              <a:t> '_'</a:t>
            </a:r>
          </a:p>
          <a:p>
            <a:r>
              <a:rPr sz="1400" dirty="0"/>
              <a:t>• </a:t>
            </a:r>
            <a:r>
              <a:rPr sz="1400" dirty="0" err="1"/>
              <a:t>Ersetze</a:t>
            </a:r>
            <a:r>
              <a:rPr sz="1400" dirty="0"/>
              <a:t> '.' </a:t>
            </a:r>
            <a:r>
              <a:rPr sz="1400" dirty="0" err="1"/>
              <a:t>durch</a:t>
            </a:r>
            <a:r>
              <a:rPr sz="1400" dirty="0"/>
              <a:t> '&amp;'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1FFB58-189B-7191-3879-75CBD34CF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DE" dirty="0" err="1"/>
              <a:t>Assemblies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BE0723-8D73-DD3F-2992-C621BDDA8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1400" dirty="0" err="1"/>
              <a:t>DriveSystem</a:t>
            </a:r>
            <a:r>
              <a:rPr lang="de-DE" sz="1400" dirty="0"/>
              <a:t>	 </a:t>
            </a:r>
            <a:r>
              <a:rPr lang="de-DE" sz="1400" dirty="0" err="1"/>
              <a:t>module</a:t>
            </a:r>
            <a:r>
              <a:rPr lang="de-DE" sz="1400" dirty="0"/>
              <a:t>  10, 20</a:t>
            </a:r>
          </a:p>
          <a:p>
            <a:pPr lvl="1"/>
            <a:r>
              <a:rPr lang="de-DE" sz="1000" dirty="0"/>
              <a:t>DC-Drive</a:t>
            </a:r>
          </a:p>
          <a:p>
            <a:pPr lvl="1"/>
            <a:r>
              <a:rPr lang="de-DE" sz="1000" dirty="0"/>
              <a:t>Stepper-Drive</a:t>
            </a:r>
          </a:p>
          <a:p>
            <a:pPr lvl="1"/>
            <a:r>
              <a:rPr lang="de-DE" sz="1000" dirty="0"/>
              <a:t>Passive-Drive</a:t>
            </a:r>
          </a:p>
          <a:p>
            <a:pPr lvl="1"/>
            <a:r>
              <a:rPr lang="de-DE" sz="1000" dirty="0"/>
              <a:t> …</a:t>
            </a:r>
          </a:p>
          <a:p>
            <a:pPr lvl="1"/>
            <a:endParaRPr lang="de-DE" sz="1000" dirty="0"/>
          </a:p>
          <a:p>
            <a:pPr lvl="1"/>
            <a:r>
              <a:rPr lang="de-DE" sz="1000" dirty="0"/>
              <a:t>Regular Wheel</a:t>
            </a:r>
          </a:p>
          <a:p>
            <a:pPr lvl="1"/>
            <a:r>
              <a:rPr lang="de-DE" sz="1000" dirty="0" err="1"/>
              <a:t>Mecanum</a:t>
            </a:r>
            <a:r>
              <a:rPr lang="de-DE" sz="1000" dirty="0"/>
              <a:t>-Wheel</a:t>
            </a:r>
          </a:p>
          <a:p>
            <a:pPr lvl="1"/>
            <a:r>
              <a:rPr lang="de-DE" sz="1000" dirty="0"/>
              <a:t>Omni-Wheel</a:t>
            </a:r>
          </a:p>
          <a:p>
            <a:pPr lvl="1"/>
            <a:r>
              <a:rPr lang="de-DE" sz="1000" dirty="0"/>
              <a:t> …</a:t>
            </a:r>
          </a:p>
          <a:p>
            <a:r>
              <a:rPr lang="de-DE" sz="1400" dirty="0" err="1"/>
              <a:t>SensorBox</a:t>
            </a:r>
            <a:r>
              <a:rPr lang="de-DE" sz="1400" dirty="0"/>
              <a:t>	 </a:t>
            </a:r>
            <a:r>
              <a:rPr lang="de-DE" sz="1400" dirty="0" err="1"/>
              <a:t>module</a:t>
            </a:r>
            <a:r>
              <a:rPr lang="de-DE" sz="1400" dirty="0"/>
              <a:t>  30, 40</a:t>
            </a:r>
          </a:p>
          <a:p>
            <a:pPr lvl="1"/>
            <a:r>
              <a:rPr lang="de-DE" sz="1000" dirty="0"/>
              <a:t>Curved</a:t>
            </a:r>
          </a:p>
          <a:p>
            <a:pPr lvl="1"/>
            <a:r>
              <a:rPr lang="de-DE" sz="1000" dirty="0"/>
              <a:t>Center</a:t>
            </a:r>
          </a:p>
          <a:p>
            <a:pPr lvl="1"/>
            <a:r>
              <a:rPr lang="de-DE" sz="1000" dirty="0"/>
              <a:t>Controller</a:t>
            </a:r>
          </a:p>
          <a:p>
            <a:pPr lvl="1"/>
            <a:r>
              <a:rPr lang="de-DE" sz="1000" dirty="0"/>
              <a:t> </a:t>
            </a:r>
          </a:p>
          <a:p>
            <a:r>
              <a:rPr lang="de-DE" sz="1400" dirty="0"/>
              <a:t>Sensor	 	 </a:t>
            </a:r>
            <a:r>
              <a:rPr lang="de-DE" sz="1400" dirty="0" err="1"/>
              <a:t>module</a:t>
            </a:r>
            <a:r>
              <a:rPr lang="de-DE" sz="1400" dirty="0"/>
              <a:t>   s0</a:t>
            </a:r>
          </a:p>
          <a:p>
            <a:pPr lvl="1"/>
            <a:r>
              <a:rPr lang="de-DE" sz="1000" dirty="0"/>
              <a:t>Range</a:t>
            </a:r>
          </a:p>
          <a:p>
            <a:pPr lvl="1"/>
            <a:r>
              <a:rPr lang="de-DE" sz="1000" dirty="0"/>
              <a:t>Light</a:t>
            </a:r>
          </a:p>
          <a:p>
            <a:pPr lvl="1"/>
            <a:r>
              <a:rPr lang="de-DE" sz="1000" dirty="0"/>
              <a:t>Cam</a:t>
            </a:r>
          </a:p>
          <a:p>
            <a:pPr lvl="1"/>
            <a:r>
              <a:rPr lang="de-DE" sz="1000" dirty="0" err="1"/>
              <a:t>Temp</a:t>
            </a:r>
            <a:endParaRPr lang="de-DE" sz="1000" dirty="0"/>
          </a:p>
          <a:p>
            <a:pPr lvl="1"/>
            <a:r>
              <a:rPr lang="de-DE" sz="1000" dirty="0"/>
              <a:t> …</a:t>
            </a:r>
          </a:p>
          <a:p>
            <a:r>
              <a:rPr lang="de-DE" sz="1400" dirty="0"/>
              <a:t>Base	 	 </a:t>
            </a:r>
            <a:r>
              <a:rPr lang="de-DE" sz="1400" dirty="0" err="1"/>
              <a:t>module</a:t>
            </a:r>
            <a:r>
              <a:rPr lang="de-DE" sz="1400" dirty="0"/>
              <a:t>   70, 80</a:t>
            </a:r>
          </a:p>
          <a:p>
            <a:pPr lvl="1"/>
            <a:r>
              <a:rPr lang="de-DE" sz="1000" dirty="0"/>
              <a:t>Center</a:t>
            </a:r>
          </a:p>
          <a:p>
            <a:pPr lvl="1"/>
            <a:r>
              <a:rPr lang="de-DE" sz="1000" dirty="0"/>
              <a:t>Bottom</a:t>
            </a:r>
          </a:p>
          <a:p>
            <a:pPr lvl="1"/>
            <a:r>
              <a:rPr lang="de-DE" sz="1000" dirty="0"/>
              <a:t> …</a:t>
            </a:r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0790857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8DFA7-F76B-3EEA-1827-E4489227D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System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E9385B-D18B-09AB-D7DF-A42A60F427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0B30011-7413-52BB-5043-8A3A05012B9B}"/>
              </a:ext>
            </a:extLst>
          </p:cNvPr>
          <p:cNvSpPr/>
          <p:nvPr/>
        </p:nvSpPr>
        <p:spPr>
          <a:xfrm>
            <a:off x="3506042" y="1944994"/>
            <a:ext cx="20106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Robot-Base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E66AAB77-F986-9E56-8D11-27568EB52155}"/>
              </a:ext>
            </a:extLst>
          </p:cNvPr>
          <p:cNvSpPr/>
          <p:nvPr/>
        </p:nvSpPr>
        <p:spPr>
          <a:xfrm>
            <a:off x="5622803" y="2628391"/>
            <a:ext cx="737581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Sensorbox b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27D2F3A-4E9C-382C-C8BD-2738E3A0BFCD}"/>
              </a:ext>
            </a:extLst>
          </p:cNvPr>
          <p:cNvSpPr/>
          <p:nvPr/>
        </p:nvSpPr>
        <p:spPr>
          <a:xfrm>
            <a:off x="4779131" y="2639187"/>
            <a:ext cx="737581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Sensorbox f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0B347BF-02D6-9145-550D-5C8952CF37AB}"/>
              </a:ext>
            </a:extLst>
          </p:cNvPr>
          <p:cNvSpPr/>
          <p:nvPr/>
        </p:nvSpPr>
        <p:spPr>
          <a:xfrm>
            <a:off x="6466475" y="2632750"/>
            <a:ext cx="737581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Sensorbox l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5F7FBB6-65D7-47E8-DE3A-37E65B343A1D}"/>
              </a:ext>
            </a:extLst>
          </p:cNvPr>
          <p:cNvSpPr/>
          <p:nvPr/>
        </p:nvSpPr>
        <p:spPr>
          <a:xfrm>
            <a:off x="7310147" y="2639187"/>
            <a:ext cx="737581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Sensorbox c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DF0821E-A95C-2DF8-69A4-D6B53377A4B3}"/>
              </a:ext>
            </a:extLst>
          </p:cNvPr>
          <p:cNvSpPr/>
          <p:nvPr/>
        </p:nvSpPr>
        <p:spPr>
          <a:xfrm>
            <a:off x="856306" y="2639187"/>
            <a:ext cx="628964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Drive</a:t>
            </a:r>
            <a:endParaRPr lang="de-DE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6E0E7DA-BCEC-0438-0BE8-BF2074B88344}"/>
              </a:ext>
            </a:extLst>
          </p:cNvPr>
          <p:cNvSpPr/>
          <p:nvPr/>
        </p:nvSpPr>
        <p:spPr>
          <a:xfrm>
            <a:off x="1591361" y="2639187"/>
            <a:ext cx="628964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Drive</a:t>
            </a:r>
            <a:endParaRPr lang="de-DE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32F65CA7-AC15-970B-D2B8-D133BC9AE95B}"/>
              </a:ext>
            </a:extLst>
          </p:cNvPr>
          <p:cNvSpPr/>
          <p:nvPr/>
        </p:nvSpPr>
        <p:spPr>
          <a:xfrm>
            <a:off x="2326416" y="2639187"/>
            <a:ext cx="628964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Drive</a:t>
            </a:r>
            <a:endParaRPr lang="de-DE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FF3D61E-871C-8171-BD05-EF266047C131}"/>
              </a:ext>
            </a:extLst>
          </p:cNvPr>
          <p:cNvSpPr/>
          <p:nvPr/>
        </p:nvSpPr>
        <p:spPr>
          <a:xfrm>
            <a:off x="3061471" y="2628391"/>
            <a:ext cx="628964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Drive</a:t>
            </a:r>
            <a:endParaRPr lang="de-DE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785CA77-6482-CCCC-BF59-D8143AF16F6F}"/>
              </a:ext>
            </a:extLst>
          </p:cNvPr>
          <p:cNvSpPr/>
          <p:nvPr/>
        </p:nvSpPr>
        <p:spPr>
          <a:xfrm>
            <a:off x="3883673" y="2628391"/>
            <a:ext cx="737581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Main-Frame</a:t>
            </a:r>
            <a:endParaRPr lang="de-DE" dirty="0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465B2571-9C1F-E21D-61AE-9A54702B9180}"/>
              </a:ext>
            </a:extLst>
          </p:cNvPr>
          <p:cNvSpPr/>
          <p:nvPr/>
        </p:nvSpPr>
        <p:spPr>
          <a:xfrm>
            <a:off x="4776896" y="3326943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8B74DCAA-6EF1-CB5E-2E33-36125101A443}"/>
              </a:ext>
            </a:extLst>
          </p:cNvPr>
          <p:cNvSpPr/>
          <p:nvPr/>
        </p:nvSpPr>
        <p:spPr>
          <a:xfrm>
            <a:off x="1896422" y="3350939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CCE4F9A5-8E09-4F9A-E503-38267BF145BA}"/>
              </a:ext>
            </a:extLst>
          </p:cNvPr>
          <p:cNvSpPr/>
          <p:nvPr/>
        </p:nvSpPr>
        <p:spPr>
          <a:xfrm>
            <a:off x="905537" y="3342221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4FD369-6F2F-938C-C7BA-5A40E4C2E921}"/>
              </a:ext>
            </a:extLst>
          </p:cNvPr>
          <p:cNvSpPr/>
          <p:nvPr/>
        </p:nvSpPr>
        <p:spPr>
          <a:xfrm>
            <a:off x="1187788" y="3342037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7DC68DA1-409D-A6B7-0371-E06EAB24FCA4}"/>
              </a:ext>
            </a:extLst>
          </p:cNvPr>
          <p:cNvSpPr/>
          <p:nvPr/>
        </p:nvSpPr>
        <p:spPr>
          <a:xfrm>
            <a:off x="1645084" y="3350939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B4AF7263-1A78-400E-1C52-8A9221DE8E72}"/>
              </a:ext>
            </a:extLst>
          </p:cNvPr>
          <p:cNvSpPr/>
          <p:nvPr/>
        </p:nvSpPr>
        <p:spPr>
          <a:xfrm>
            <a:off x="2674609" y="3326943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39" name="Rectangle: Rounded Corners 38">
            <a:extLst>
              <a:ext uri="{FF2B5EF4-FFF2-40B4-BE49-F238E27FC236}">
                <a16:creationId xmlns:a16="http://schemas.microsoft.com/office/drawing/2014/main" id="{B9E632B4-85C2-46AB-D05F-647A53244F37}"/>
              </a:ext>
            </a:extLst>
          </p:cNvPr>
          <p:cNvSpPr/>
          <p:nvPr/>
        </p:nvSpPr>
        <p:spPr>
          <a:xfrm>
            <a:off x="2423271" y="3326943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FC54AA31-318B-0BAA-3BAF-3FE5EA7D5B3B}"/>
              </a:ext>
            </a:extLst>
          </p:cNvPr>
          <p:cNvSpPr/>
          <p:nvPr/>
        </p:nvSpPr>
        <p:spPr>
          <a:xfrm>
            <a:off x="3382607" y="3304454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1" name="Rectangle: Rounded Corners 40">
            <a:extLst>
              <a:ext uri="{FF2B5EF4-FFF2-40B4-BE49-F238E27FC236}">
                <a16:creationId xmlns:a16="http://schemas.microsoft.com/office/drawing/2014/main" id="{F062A30B-A9FB-205F-167C-0D56D56F251D}"/>
              </a:ext>
            </a:extLst>
          </p:cNvPr>
          <p:cNvSpPr/>
          <p:nvPr/>
        </p:nvSpPr>
        <p:spPr>
          <a:xfrm>
            <a:off x="3131269" y="3304454"/>
            <a:ext cx="197023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ADEC86EC-EDDF-91B0-2BF4-B11CBFF80FBA}"/>
              </a:ext>
            </a:extLst>
          </p:cNvPr>
          <p:cNvSpPr/>
          <p:nvPr/>
        </p:nvSpPr>
        <p:spPr>
          <a:xfrm>
            <a:off x="5159383" y="332851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A6F4208-ECA7-3BC1-4FC2-472238F48B13}"/>
              </a:ext>
            </a:extLst>
          </p:cNvPr>
          <p:cNvSpPr/>
          <p:nvPr/>
        </p:nvSpPr>
        <p:spPr>
          <a:xfrm>
            <a:off x="5348809" y="3321178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4" name="Rectangle: Rounded Corners 43">
            <a:extLst>
              <a:ext uri="{FF2B5EF4-FFF2-40B4-BE49-F238E27FC236}">
                <a16:creationId xmlns:a16="http://schemas.microsoft.com/office/drawing/2014/main" id="{AE0428D6-FD0A-4D6F-6BD1-3288082C4E2D}"/>
              </a:ext>
            </a:extLst>
          </p:cNvPr>
          <p:cNvSpPr/>
          <p:nvPr/>
        </p:nvSpPr>
        <p:spPr>
          <a:xfrm>
            <a:off x="4968557" y="3321177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5" name="Rectangle: Rounded Corners 44">
            <a:extLst>
              <a:ext uri="{FF2B5EF4-FFF2-40B4-BE49-F238E27FC236}">
                <a16:creationId xmlns:a16="http://schemas.microsoft.com/office/drawing/2014/main" id="{368E8DF2-5780-6E4D-6A7F-B4C7CC205BD5}"/>
              </a:ext>
            </a:extLst>
          </p:cNvPr>
          <p:cNvSpPr/>
          <p:nvPr/>
        </p:nvSpPr>
        <p:spPr>
          <a:xfrm>
            <a:off x="5653587" y="3311013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8EDCDA51-67F4-0F74-1143-723C02AF45CF}"/>
              </a:ext>
            </a:extLst>
          </p:cNvPr>
          <p:cNvSpPr/>
          <p:nvPr/>
        </p:nvSpPr>
        <p:spPr>
          <a:xfrm>
            <a:off x="6036074" y="331258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2FA98A32-6829-DE6C-CCAF-715088E10E41}"/>
              </a:ext>
            </a:extLst>
          </p:cNvPr>
          <p:cNvSpPr/>
          <p:nvPr/>
        </p:nvSpPr>
        <p:spPr>
          <a:xfrm>
            <a:off x="6225500" y="3305248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080C2E23-2B8E-B3EA-FF71-2152E98DE8D3}"/>
              </a:ext>
            </a:extLst>
          </p:cNvPr>
          <p:cNvSpPr/>
          <p:nvPr/>
        </p:nvSpPr>
        <p:spPr>
          <a:xfrm>
            <a:off x="5845248" y="3305247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0ED8D8F9-06F1-607B-D103-541AD76ECCF5}"/>
              </a:ext>
            </a:extLst>
          </p:cNvPr>
          <p:cNvSpPr/>
          <p:nvPr/>
        </p:nvSpPr>
        <p:spPr>
          <a:xfrm>
            <a:off x="6644036" y="325821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0" name="Rectangle: Rounded Corners 49">
            <a:extLst>
              <a:ext uri="{FF2B5EF4-FFF2-40B4-BE49-F238E27FC236}">
                <a16:creationId xmlns:a16="http://schemas.microsoft.com/office/drawing/2014/main" id="{3A207D7F-801A-2BBD-8237-48AB6CE48A32}"/>
              </a:ext>
            </a:extLst>
          </p:cNvPr>
          <p:cNvSpPr/>
          <p:nvPr/>
        </p:nvSpPr>
        <p:spPr>
          <a:xfrm>
            <a:off x="3975760" y="3313008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B01E4A0E-81CD-96ED-C4C8-577488D9F11F}"/>
              </a:ext>
            </a:extLst>
          </p:cNvPr>
          <p:cNvSpPr/>
          <p:nvPr/>
        </p:nvSpPr>
        <p:spPr>
          <a:xfrm>
            <a:off x="4315621" y="3311012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9273B17E-2C60-78ED-934A-B44E8C722838}"/>
              </a:ext>
            </a:extLst>
          </p:cNvPr>
          <p:cNvSpPr/>
          <p:nvPr/>
        </p:nvSpPr>
        <p:spPr>
          <a:xfrm>
            <a:off x="6868882" y="325436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47F5F4E-AEDF-92CB-2931-142CDE5B87DA}"/>
              </a:ext>
            </a:extLst>
          </p:cNvPr>
          <p:cNvSpPr/>
          <p:nvPr/>
        </p:nvSpPr>
        <p:spPr>
          <a:xfrm>
            <a:off x="7523075" y="3241974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31A19BEB-D56F-A579-AB1D-6E7F7EBC49C4}"/>
              </a:ext>
            </a:extLst>
          </p:cNvPr>
          <p:cNvSpPr/>
          <p:nvPr/>
        </p:nvSpPr>
        <p:spPr>
          <a:xfrm>
            <a:off x="7724694" y="324348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46AC2C08-CEA4-E622-DEF2-9FEA944D8449}"/>
              </a:ext>
            </a:extLst>
          </p:cNvPr>
          <p:cNvSpPr/>
          <p:nvPr/>
        </p:nvSpPr>
        <p:spPr>
          <a:xfrm>
            <a:off x="7931784" y="3254360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070667B-4A09-327A-524A-DDBD877652E8}"/>
              </a:ext>
            </a:extLst>
          </p:cNvPr>
          <p:cNvSpPr/>
          <p:nvPr/>
        </p:nvSpPr>
        <p:spPr>
          <a:xfrm>
            <a:off x="7315985" y="3233501"/>
            <a:ext cx="152815" cy="17392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000" dirty="0"/>
          </a:p>
        </p:txBody>
      </p:sp>
      <p:sp>
        <p:nvSpPr>
          <p:cNvPr id="60" name="Call-out: Bent Line with No Border 59">
            <a:extLst>
              <a:ext uri="{FF2B5EF4-FFF2-40B4-BE49-F238E27FC236}">
                <a16:creationId xmlns:a16="http://schemas.microsoft.com/office/drawing/2014/main" id="{575895F7-4C1C-9327-CC22-F052891EFA96}"/>
              </a:ext>
            </a:extLst>
          </p:cNvPr>
          <p:cNvSpPr/>
          <p:nvPr/>
        </p:nvSpPr>
        <p:spPr>
          <a:xfrm>
            <a:off x="903327" y="4183368"/>
            <a:ext cx="534921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05152"/>
              <a:gd name="adj6" fmla="val 18499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Drive</a:t>
            </a:r>
          </a:p>
        </p:txBody>
      </p:sp>
      <p:sp>
        <p:nvSpPr>
          <p:cNvPr id="61" name="Call-out: Bent Line with No Border 60">
            <a:extLst>
              <a:ext uri="{FF2B5EF4-FFF2-40B4-BE49-F238E27FC236}">
                <a16:creationId xmlns:a16="http://schemas.microsoft.com/office/drawing/2014/main" id="{CA9657B2-6744-26B9-5D19-FE2684C7C947}"/>
              </a:ext>
            </a:extLst>
          </p:cNvPr>
          <p:cNvSpPr/>
          <p:nvPr/>
        </p:nvSpPr>
        <p:spPr>
          <a:xfrm>
            <a:off x="1558524" y="3890397"/>
            <a:ext cx="534921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1306"/>
              <a:gd name="adj6" fmla="val -57055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Wheel</a:t>
            </a:r>
          </a:p>
        </p:txBody>
      </p:sp>
      <p:sp>
        <p:nvSpPr>
          <p:cNvPr id="62" name="Call-out: Bent Line with No Border 61">
            <a:extLst>
              <a:ext uri="{FF2B5EF4-FFF2-40B4-BE49-F238E27FC236}">
                <a16:creationId xmlns:a16="http://schemas.microsoft.com/office/drawing/2014/main" id="{BF626385-5134-72AB-9D15-2F98278B0BB1}"/>
              </a:ext>
            </a:extLst>
          </p:cNvPr>
          <p:cNvSpPr/>
          <p:nvPr/>
        </p:nvSpPr>
        <p:spPr>
          <a:xfrm>
            <a:off x="5577560" y="3905920"/>
            <a:ext cx="534921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1306"/>
              <a:gd name="adj6" fmla="val -57055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Sensor</a:t>
            </a:r>
          </a:p>
        </p:txBody>
      </p:sp>
      <p:sp>
        <p:nvSpPr>
          <p:cNvPr id="63" name="Call-out: Bent Line with No Border 62">
            <a:extLst>
              <a:ext uri="{FF2B5EF4-FFF2-40B4-BE49-F238E27FC236}">
                <a16:creationId xmlns:a16="http://schemas.microsoft.com/office/drawing/2014/main" id="{6E452633-5E92-BE26-0E78-5EB6CA4253AC}"/>
              </a:ext>
            </a:extLst>
          </p:cNvPr>
          <p:cNvSpPr/>
          <p:nvPr/>
        </p:nvSpPr>
        <p:spPr>
          <a:xfrm>
            <a:off x="8240673" y="3863181"/>
            <a:ext cx="566403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1306"/>
              <a:gd name="adj6" fmla="val -57055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Battery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64" name="Call-out: Bent Line with No Border 63">
            <a:extLst>
              <a:ext uri="{FF2B5EF4-FFF2-40B4-BE49-F238E27FC236}">
                <a16:creationId xmlns:a16="http://schemas.microsoft.com/office/drawing/2014/main" id="{ED19C723-60A7-BBFB-7A93-05449EA85CAF}"/>
              </a:ext>
            </a:extLst>
          </p:cNvPr>
          <p:cNvSpPr/>
          <p:nvPr/>
        </p:nvSpPr>
        <p:spPr>
          <a:xfrm>
            <a:off x="8047728" y="4229284"/>
            <a:ext cx="759348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231306"/>
              <a:gd name="adj6" fmla="val -39111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Controller</a:t>
            </a:r>
          </a:p>
        </p:txBody>
      </p:sp>
      <p:sp>
        <p:nvSpPr>
          <p:cNvPr id="65" name="Call-out: Bent Line with No Border 64">
            <a:extLst>
              <a:ext uri="{FF2B5EF4-FFF2-40B4-BE49-F238E27FC236}">
                <a16:creationId xmlns:a16="http://schemas.microsoft.com/office/drawing/2014/main" id="{1AB67C74-7B52-CEDC-37BD-E2BE52E27AD2}"/>
              </a:ext>
            </a:extLst>
          </p:cNvPr>
          <p:cNvSpPr/>
          <p:nvPr/>
        </p:nvSpPr>
        <p:spPr>
          <a:xfrm>
            <a:off x="6936595" y="4191556"/>
            <a:ext cx="534921" cy="328375"/>
          </a:xfrm>
          <a:prstGeom prst="callout2">
            <a:avLst>
              <a:gd name="adj1" fmla="val 18749"/>
              <a:gd name="adj2" fmla="val 68165"/>
              <a:gd name="adj3" fmla="val -113557"/>
              <a:gd name="adj4" fmla="val 84386"/>
              <a:gd name="adj5" fmla="val -240537"/>
              <a:gd name="adj6" fmla="val 84609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>
                <a:solidFill>
                  <a:schemeClr val="tx1"/>
                </a:solidFill>
              </a:rPr>
              <a:t>Sensor</a:t>
            </a:r>
          </a:p>
        </p:txBody>
      </p:sp>
      <p:sp>
        <p:nvSpPr>
          <p:cNvPr id="66" name="Call-out: Bent Line with No Border 65">
            <a:extLst>
              <a:ext uri="{FF2B5EF4-FFF2-40B4-BE49-F238E27FC236}">
                <a16:creationId xmlns:a16="http://schemas.microsoft.com/office/drawing/2014/main" id="{3D5F356D-006D-FD76-369D-4C0B08E4BE12}"/>
              </a:ext>
            </a:extLst>
          </p:cNvPr>
          <p:cNvSpPr/>
          <p:nvPr/>
        </p:nvSpPr>
        <p:spPr>
          <a:xfrm>
            <a:off x="4701096" y="3863181"/>
            <a:ext cx="611102" cy="328375"/>
          </a:xfrm>
          <a:prstGeom prst="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1306"/>
              <a:gd name="adj6" fmla="val -57055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bottom</a:t>
            </a:r>
            <a:endParaRPr lang="de-DE" sz="1000" dirty="0">
              <a:solidFill>
                <a:schemeClr val="tx1"/>
              </a:solidFill>
            </a:endParaRPr>
          </a:p>
        </p:txBody>
      </p:sp>
      <p:sp>
        <p:nvSpPr>
          <p:cNvPr id="67" name="Call-out: Bent Line with No Border 66">
            <a:extLst>
              <a:ext uri="{FF2B5EF4-FFF2-40B4-BE49-F238E27FC236}">
                <a16:creationId xmlns:a16="http://schemas.microsoft.com/office/drawing/2014/main" id="{D17FC565-61E6-FF04-E928-04D230A33C54}"/>
              </a:ext>
            </a:extLst>
          </p:cNvPr>
          <p:cNvSpPr/>
          <p:nvPr/>
        </p:nvSpPr>
        <p:spPr>
          <a:xfrm>
            <a:off x="3859019" y="4079846"/>
            <a:ext cx="611102" cy="328375"/>
          </a:xfrm>
          <a:prstGeom prst="callout2">
            <a:avLst>
              <a:gd name="adj1" fmla="val -4327"/>
              <a:gd name="adj2" fmla="val 55322"/>
              <a:gd name="adj3" fmla="val -99712"/>
              <a:gd name="adj4" fmla="val 53602"/>
              <a:gd name="adj5" fmla="val -177460"/>
              <a:gd name="adj6" fmla="val 34708"/>
            </a:avLst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>
                <a:solidFill>
                  <a:schemeClr val="tx1"/>
                </a:solidFill>
              </a:rPr>
              <a:t>center</a:t>
            </a:r>
            <a:endParaRPr lang="de-DE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6102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FCD28-836F-86C6-D056-2276EB2CA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Wheel and Drive </a:t>
            </a:r>
            <a:r>
              <a:rPr lang="de-DE" dirty="0" err="1"/>
              <a:t>Structure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0D40AC-27E5-4184-F6A4-386BC0CA73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9648BE3-DC5D-103C-95D6-3FBA1B813BBC}"/>
              </a:ext>
            </a:extLst>
          </p:cNvPr>
          <p:cNvSpPr/>
          <p:nvPr/>
        </p:nvSpPr>
        <p:spPr>
          <a:xfrm>
            <a:off x="2097814" y="1782831"/>
            <a:ext cx="675698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Drive</a:t>
            </a:r>
            <a:endParaRPr lang="de-D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B0DD19C-0B2C-70E8-14C3-49D14348D33E}"/>
              </a:ext>
            </a:extLst>
          </p:cNvPr>
          <p:cNvSpPr/>
          <p:nvPr/>
        </p:nvSpPr>
        <p:spPr>
          <a:xfrm>
            <a:off x="5740893" y="1819320"/>
            <a:ext cx="726218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Wheel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5F2CF31-3F18-46A1-4436-04A8A4A3C672}"/>
              </a:ext>
            </a:extLst>
          </p:cNvPr>
          <p:cNvSpPr/>
          <p:nvPr/>
        </p:nvSpPr>
        <p:spPr>
          <a:xfrm>
            <a:off x="1137950" y="2692752"/>
            <a:ext cx="814629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Holder</a:t>
            </a:r>
            <a:endParaRPr lang="de-DE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58381C1-7874-ED76-C83B-F4FD0C7D0003}"/>
              </a:ext>
            </a:extLst>
          </p:cNvPr>
          <p:cNvSpPr/>
          <p:nvPr/>
        </p:nvSpPr>
        <p:spPr>
          <a:xfrm>
            <a:off x="2149600" y="2684653"/>
            <a:ext cx="746426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Controller</a:t>
            </a:r>
            <a:endParaRPr lang="de-DE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CE90AFF-278F-88D8-2FC2-AB2DFED4FC61}"/>
              </a:ext>
            </a:extLst>
          </p:cNvPr>
          <p:cNvSpPr/>
          <p:nvPr/>
        </p:nvSpPr>
        <p:spPr>
          <a:xfrm>
            <a:off x="2979385" y="2684653"/>
            <a:ext cx="746426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Motor</a:t>
            </a:r>
            <a:endParaRPr lang="de-DE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8BD915-E014-946E-9B51-4EC7E831BDB5}"/>
              </a:ext>
            </a:extLst>
          </p:cNvPr>
          <p:cNvSpPr/>
          <p:nvPr/>
        </p:nvSpPr>
        <p:spPr>
          <a:xfrm>
            <a:off x="5276753" y="2651366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Hub</a:t>
            </a:r>
            <a:endParaRPr lang="de-DE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1D6654E-3959-7FEB-0150-E7040F667812}"/>
              </a:ext>
            </a:extLst>
          </p:cNvPr>
          <p:cNvSpPr/>
          <p:nvPr/>
        </p:nvSpPr>
        <p:spPr>
          <a:xfrm>
            <a:off x="5918348" y="2653442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Rim</a:t>
            </a:r>
            <a:endParaRPr lang="de-DE" sz="11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ACA2979-2D10-FC2C-8590-9ADE3F5E3406}"/>
              </a:ext>
            </a:extLst>
          </p:cNvPr>
          <p:cNvSpPr/>
          <p:nvPr/>
        </p:nvSpPr>
        <p:spPr>
          <a:xfrm>
            <a:off x="6559942" y="2653442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Tire</a:t>
            </a:r>
            <a:endParaRPr lang="de-DE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DAA29B83-C25F-C5B6-D078-06BFEC9E708B}"/>
              </a:ext>
            </a:extLst>
          </p:cNvPr>
          <p:cNvSpPr/>
          <p:nvPr/>
        </p:nvSpPr>
        <p:spPr>
          <a:xfrm>
            <a:off x="7201536" y="2638286"/>
            <a:ext cx="709798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Hub-Cab</a:t>
            </a:r>
            <a:endParaRPr lang="de-DE" sz="1100" dirty="0"/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BF8365CB-7646-E0D7-5222-32D9A0B894C0}"/>
              </a:ext>
            </a:extLst>
          </p:cNvPr>
          <p:cNvSpPr txBox="1">
            <a:spLocks/>
          </p:cNvSpPr>
          <p:nvPr/>
        </p:nvSpPr>
        <p:spPr>
          <a:xfrm>
            <a:off x="457200" y="1586221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80374C1-DA7F-8CA4-C4F0-D5731A202542}"/>
              </a:ext>
            </a:extLst>
          </p:cNvPr>
          <p:cNvSpPr/>
          <p:nvPr/>
        </p:nvSpPr>
        <p:spPr>
          <a:xfrm>
            <a:off x="5077202" y="2637387"/>
            <a:ext cx="772943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Hub</a:t>
            </a:r>
            <a:endParaRPr lang="de-DE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D897D2D0-1376-8989-B754-7B364D85B03B}"/>
              </a:ext>
            </a:extLst>
          </p:cNvPr>
          <p:cNvSpPr/>
          <p:nvPr/>
        </p:nvSpPr>
        <p:spPr>
          <a:xfrm>
            <a:off x="7408665" y="3002024"/>
            <a:ext cx="709798" cy="352251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Center </a:t>
            </a:r>
            <a:r>
              <a:rPr lang="de-DE" sz="1000" dirty="0" err="1"/>
              <a:t>Screw</a:t>
            </a:r>
            <a:endParaRPr lang="de-DE" sz="1100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D455A27-DFCF-EC54-774F-898D03B71F87}"/>
              </a:ext>
            </a:extLst>
          </p:cNvPr>
          <p:cNvSpPr/>
          <p:nvPr/>
        </p:nvSpPr>
        <p:spPr>
          <a:xfrm>
            <a:off x="6559942" y="3002025"/>
            <a:ext cx="573392" cy="3522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Roller</a:t>
            </a:r>
            <a:br>
              <a:rPr lang="de-DE" sz="1000" dirty="0"/>
            </a:br>
            <a:r>
              <a:rPr lang="de-DE" sz="1000" dirty="0" err="1"/>
              <a:t>pin</a:t>
            </a:r>
            <a:endParaRPr lang="de-DE" sz="1100" dirty="0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5381511-A1C4-3782-7D73-B185C76A9D26}"/>
              </a:ext>
            </a:extLst>
          </p:cNvPr>
          <p:cNvSpPr/>
          <p:nvPr/>
        </p:nvSpPr>
        <p:spPr>
          <a:xfrm>
            <a:off x="5310850" y="3017078"/>
            <a:ext cx="539295" cy="35225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Axis</a:t>
            </a:r>
            <a:br>
              <a:rPr lang="de-DE" sz="1000" dirty="0"/>
            </a:br>
            <a:r>
              <a:rPr lang="de-DE" sz="1000" dirty="0" err="1"/>
              <a:t>Screw</a:t>
            </a:r>
            <a:endParaRPr lang="de-DE" sz="1100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59DAE4A-5FD5-698C-A5EB-D062442A2D3C}"/>
              </a:ext>
            </a:extLst>
          </p:cNvPr>
          <p:cNvSpPr/>
          <p:nvPr/>
        </p:nvSpPr>
        <p:spPr>
          <a:xfrm>
            <a:off x="6100211" y="3449695"/>
            <a:ext cx="497625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/>
              <a:t>inner</a:t>
            </a:r>
            <a:endParaRPr lang="de-DE" sz="1100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0420D0C-5B75-0ED1-23D7-74D20EDE5826}"/>
              </a:ext>
            </a:extLst>
          </p:cNvPr>
          <p:cNvSpPr/>
          <p:nvPr/>
        </p:nvSpPr>
        <p:spPr>
          <a:xfrm>
            <a:off x="6104002" y="3784506"/>
            <a:ext cx="497625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/>
              <a:t>outer</a:t>
            </a:r>
            <a:endParaRPr lang="de-DE" sz="1100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223A0F-38A0-988D-B539-8CC7BB80D72C}"/>
              </a:ext>
            </a:extLst>
          </p:cNvPr>
          <p:cNvSpPr/>
          <p:nvPr/>
        </p:nvSpPr>
        <p:spPr>
          <a:xfrm>
            <a:off x="1379187" y="3107633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/>
              <a:t>Screw</a:t>
            </a:r>
            <a:endParaRPr lang="de-DE" sz="1100" dirty="0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FE4A2A2-1D13-35AA-B468-DB52556124C5}"/>
              </a:ext>
            </a:extLst>
          </p:cNvPr>
          <p:cNvSpPr/>
          <p:nvPr/>
        </p:nvSpPr>
        <p:spPr>
          <a:xfrm>
            <a:off x="2322634" y="3103756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 err="1"/>
              <a:t>Screw</a:t>
            </a:r>
            <a:endParaRPr lang="de-DE" sz="11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E6370AA5-76B6-7C47-082C-F3855E016B0A}"/>
              </a:ext>
            </a:extLst>
          </p:cNvPr>
          <p:cNvSpPr/>
          <p:nvPr/>
        </p:nvSpPr>
        <p:spPr>
          <a:xfrm>
            <a:off x="2322634" y="3467840"/>
            <a:ext cx="573392" cy="2505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Cable</a:t>
            </a:r>
            <a:endParaRPr lang="de-DE" sz="11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63FCCD9-96C2-366D-2FB6-98B2B1269B0F}"/>
              </a:ext>
            </a:extLst>
          </p:cNvPr>
          <p:cNvCxnSpPr/>
          <p:nvPr/>
        </p:nvCxnSpPr>
        <p:spPr>
          <a:xfrm>
            <a:off x="2220328" y="2943272"/>
            <a:ext cx="0" cy="658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35D30072-5DC4-2B73-8EED-A9C3E99EE15C}"/>
              </a:ext>
            </a:extLst>
          </p:cNvPr>
          <p:cNvCxnSpPr/>
          <p:nvPr/>
        </p:nvCxnSpPr>
        <p:spPr>
          <a:xfrm>
            <a:off x="1235201" y="2888806"/>
            <a:ext cx="0" cy="658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30D947C-2E44-C409-7DDB-6C79FBE24DEC}"/>
              </a:ext>
            </a:extLst>
          </p:cNvPr>
          <p:cNvCxnSpPr/>
          <p:nvPr/>
        </p:nvCxnSpPr>
        <p:spPr>
          <a:xfrm>
            <a:off x="5195917" y="2887907"/>
            <a:ext cx="0" cy="6587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30493104-CE06-5F95-C35A-B6C190A3ED59}"/>
              </a:ext>
            </a:extLst>
          </p:cNvPr>
          <p:cNvCxnSpPr>
            <a:cxnSpLocks/>
          </p:cNvCxnSpPr>
          <p:nvPr/>
        </p:nvCxnSpPr>
        <p:spPr>
          <a:xfrm>
            <a:off x="6029486" y="2903962"/>
            <a:ext cx="0" cy="10314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ADCB83B-9184-CBDF-7882-847B27EB3A00}"/>
              </a:ext>
            </a:extLst>
          </p:cNvPr>
          <p:cNvCxnSpPr>
            <a:endCxn id="21" idx="1"/>
          </p:cNvCxnSpPr>
          <p:nvPr/>
        </p:nvCxnSpPr>
        <p:spPr>
          <a:xfrm>
            <a:off x="1235201" y="3228186"/>
            <a:ext cx="143986" cy="4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D3DBE37-4516-94E8-2798-8C58AB161A09}"/>
              </a:ext>
            </a:extLst>
          </p:cNvPr>
          <p:cNvCxnSpPr/>
          <p:nvPr/>
        </p:nvCxnSpPr>
        <p:spPr>
          <a:xfrm>
            <a:off x="2206427" y="3223236"/>
            <a:ext cx="143986" cy="4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18522E5A-8162-F0D0-FDCF-BA33D144903F}"/>
              </a:ext>
            </a:extLst>
          </p:cNvPr>
          <p:cNvCxnSpPr/>
          <p:nvPr/>
        </p:nvCxnSpPr>
        <p:spPr>
          <a:xfrm>
            <a:off x="6028218" y="3597807"/>
            <a:ext cx="143986" cy="4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DA5992EA-81AF-654D-DC70-1302F05C3997}"/>
              </a:ext>
            </a:extLst>
          </p:cNvPr>
          <p:cNvCxnSpPr/>
          <p:nvPr/>
        </p:nvCxnSpPr>
        <p:spPr>
          <a:xfrm>
            <a:off x="6028218" y="3905059"/>
            <a:ext cx="143986" cy="4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B08A4DC-330B-1B00-A0DF-802C95166D4D}"/>
              </a:ext>
            </a:extLst>
          </p:cNvPr>
          <p:cNvCxnSpPr/>
          <p:nvPr/>
        </p:nvCxnSpPr>
        <p:spPr>
          <a:xfrm>
            <a:off x="5181391" y="3178149"/>
            <a:ext cx="143986" cy="47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15BE8F-7092-3050-4606-813F6E27E749}"/>
              </a:ext>
            </a:extLst>
          </p:cNvPr>
          <p:cNvCxnSpPr>
            <a:cxnSpLocks/>
          </p:cNvCxnSpPr>
          <p:nvPr/>
        </p:nvCxnSpPr>
        <p:spPr>
          <a:xfrm flipV="1">
            <a:off x="1550953" y="2403166"/>
            <a:ext cx="1801645" cy="139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3BF6888C-9918-21D4-930D-23817C627D42}"/>
              </a:ext>
            </a:extLst>
          </p:cNvPr>
          <p:cNvCxnSpPr>
            <a:cxnSpLocks/>
          </p:cNvCxnSpPr>
          <p:nvPr/>
        </p:nvCxnSpPr>
        <p:spPr>
          <a:xfrm>
            <a:off x="5399891" y="2397126"/>
            <a:ext cx="2156544" cy="130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44023A71-D586-C725-A746-FC5953067603}"/>
              </a:ext>
            </a:extLst>
          </p:cNvPr>
          <p:cNvCxnSpPr>
            <a:cxnSpLocks/>
            <a:endCxn id="15" idx="0"/>
          </p:cNvCxnSpPr>
          <p:nvPr/>
        </p:nvCxnSpPr>
        <p:spPr>
          <a:xfrm>
            <a:off x="5463673" y="2431124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4865C9EE-9E60-52B4-CCD2-EF9FACEB9A5C}"/>
              </a:ext>
            </a:extLst>
          </p:cNvPr>
          <p:cNvCxnSpPr>
            <a:cxnSpLocks/>
          </p:cNvCxnSpPr>
          <p:nvPr/>
        </p:nvCxnSpPr>
        <p:spPr>
          <a:xfrm>
            <a:off x="6205042" y="2436213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978BA8A9-E6DF-6AB9-0501-9506BDE09558}"/>
              </a:ext>
            </a:extLst>
          </p:cNvPr>
          <p:cNvCxnSpPr>
            <a:cxnSpLocks/>
          </p:cNvCxnSpPr>
          <p:nvPr/>
        </p:nvCxnSpPr>
        <p:spPr>
          <a:xfrm>
            <a:off x="6846637" y="2436213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08626643-052B-D05E-C376-DE08C906C1A7}"/>
              </a:ext>
            </a:extLst>
          </p:cNvPr>
          <p:cNvCxnSpPr>
            <a:cxnSpLocks/>
          </p:cNvCxnSpPr>
          <p:nvPr/>
        </p:nvCxnSpPr>
        <p:spPr>
          <a:xfrm>
            <a:off x="7527390" y="2403166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E6BE0553-AA06-07E4-72A9-D16A218327F3}"/>
              </a:ext>
            </a:extLst>
          </p:cNvPr>
          <p:cNvCxnSpPr>
            <a:cxnSpLocks/>
          </p:cNvCxnSpPr>
          <p:nvPr/>
        </p:nvCxnSpPr>
        <p:spPr>
          <a:xfrm>
            <a:off x="2435663" y="2436212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8579A8CE-81D3-E084-6662-F7DBB382BAC1}"/>
              </a:ext>
            </a:extLst>
          </p:cNvPr>
          <p:cNvCxnSpPr>
            <a:cxnSpLocks/>
          </p:cNvCxnSpPr>
          <p:nvPr/>
        </p:nvCxnSpPr>
        <p:spPr>
          <a:xfrm>
            <a:off x="1556635" y="2447179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B5118F2F-B1ED-2E5E-6238-3AA78E6DFEA1}"/>
              </a:ext>
            </a:extLst>
          </p:cNvPr>
          <p:cNvCxnSpPr>
            <a:cxnSpLocks/>
          </p:cNvCxnSpPr>
          <p:nvPr/>
        </p:nvCxnSpPr>
        <p:spPr>
          <a:xfrm>
            <a:off x="3311541" y="2413391"/>
            <a:ext cx="1" cy="20626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FIT0186">
            <a:extLst>
              <a:ext uri="{FF2B5EF4-FFF2-40B4-BE49-F238E27FC236}">
                <a16:creationId xmlns:a16="http://schemas.microsoft.com/office/drawing/2014/main" id="{8D27E307-2E7C-E7A2-EFA5-6525BEC435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029" y="4484853"/>
            <a:ext cx="1249512" cy="1249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>
            <a:extLst>
              <a:ext uri="{FF2B5EF4-FFF2-40B4-BE49-F238E27FC236}">
                <a16:creationId xmlns:a16="http://schemas.microsoft.com/office/drawing/2014/main" id="{6233D56B-F1E0-22F7-A630-60F54815152B}"/>
              </a:ext>
            </a:extLst>
          </p:cNvPr>
          <p:cNvSpPr txBox="1"/>
          <p:nvPr/>
        </p:nvSpPr>
        <p:spPr>
          <a:xfrm>
            <a:off x="1633042" y="5707830"/>
            <a:ext cx="4572000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dirty="0"/>
              <a:t>https://www.digikey.de/de/products/detail/dfrobot/FIT0186/6588528</a:t>
            </a:r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C2E7161D-92C9-B5B2-265C-707FF5F1DA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3571" y="4484854"/>
            <a:ext cx="1063481" cy="1034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5917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54E2B3B-43EF-86A1-9D06-0E340C8A4773}"/>
              </a:ext>
            </a:extLst>
          </p:cNvPr>
          <p:cNvSpPr/>
          <p:nvPr/>
        </p:nvSpPr>
        <p:spPr>
          <a:xfrm>
            <a:off x="3680491" y="2761478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Aux Sensor</a:t>
            </a:r>
            <a:endParaRPr lang="de-DE" sz="11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18C9F6-2887-B778-CA9E-DAB1C51B1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SensorBox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5B9CD-EC00-F33C-407B-FF37A8A33E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25056F9-ACD9-02EC-DD73-E841724C53A5}"/>
              </a:ext>
            </a:extLst>
          </p:cNvPr>
          <p:cNvSpPr/>
          <p:nvPr/>
        </p:nvSpPr>
        <p:spPr>
          <a:xfrm>
            <a:off x="2202643" y="1782831"/>
            <a:ext cx="1293296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Sensorbox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79BBB4D-BF51-6559-9C45-885F2A71C9E5}"/>
              </a:ext>
            </a:extLst>
          </p:cNvPr>
          <p:cNvSpPr/>
          <p:nvPr/>
        </p:nvSpPr>
        <p:spPr>
          <a:xfrm>
            <a:off x="1234567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Sensor</a:t>
            </a:r>
            <a:endParaRPr lang="de-DE" sz="1100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E983DC6E-32A2-E89A-9DF5-38A3D7A3FFF6}"/>
              </a:ext>
            </a:extLst>
          </p:cNvPr>
          <p:cNvSpPr/>
          <p:nvPr/>
        </p:nvSpPr>
        <p:spPr>
          <a:xfrm>
            <a:off x="1932682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Sensor</a:t>
            </a:r>
            <a:endParaRPr lang="de-DE" sz="1100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AB8715-299B-6039-5039-CB21E368E44E}"/>
              </a:ext>
            </a:extLst>
          </p:cNvPr>
          <p:cNvSpPr/>
          <p:nvPr/>
        </p:nvSpPr>
        <p:spPr>
          <a:xfrm>
            <a:off x="2630797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Sensor</a:t>
            </a:r>
            <a:endParaRPr lang="de-DE" sz="1100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FA9E348-F902-C307-99DB-3604FBCD08D2}"/>
              </a:ext>
            </a:extLst>
          </p:cNvPr>
          <p:cNvSpPr/>
          <p:nvPr/>
        </p:nvSpPr>
        <p:spPr>
          <a:xfrm>
            <a:off x="572132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Sensor</a:t>
            </a:r>
            <a:endParaRPr lang="de-DE" sz="1100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4E0024-D9FE-A78A-765D-30C486458F49}"/>
              </a:ext>
            </a:extLst>
          </p:cNvPr>
          <p:cNvSpPr/>
          <p:nvPr/>
        </p:nvSpPr>
        <p:spPr>
          <a:xfrm>
            <a:off x="3495939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Aux Sensor</a:t>
            </a:r>
            <a:endParaRPr lang="de-DE" sz="1100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E668BC4-B64C-E0AC-0B20-840224634297}"/>
              </a:ext>
            </a:extLst>
          </p:cNvPr>
          <p:cNvSpPr/>
          <p:nvPr/>
        </p:nvSpPr>
        <p:spPr>
          <a:xfrm>
            <a:off x="4456512" y="2578916"/>
            <a:ext cx="877019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Controller</a:t>
            </a:r>
            <a:endParaRPr lang="de-DE" sz="1100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3728D3F-9061-8DF3-1EA2-A1AC3B10B0B7}"/>
              </a:ext>
            </a:extLst>
          </p:cNvPr>
          <p:cNvSpPr/>
          <p:nvPr/>
        </p:nvSpPr>
        <p:spPr>
          <a:xfrm>
            <a:off x="6789798" y="1782831"/>
            <a:ext cx="1293296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Sensor</a:t>
            </a:r>
            <a:endParaRPr lang="de-DE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18A0164F-8181-0420-D27E-6058FD79FD0F}"/>
              </a:ext>
            </a:extLst>
          </p:cNvPr>
          <p:cNvSpPr/>
          <p:nvPr/>
        </p:nvSpPr>
        <p:spPr>
          <a:xfrm>
            <a:off x="6245451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Base</a:t>
            </a:r>
            <a:endParaRPr lang="de-DE" sz="1100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DFD5A71-8C44-283F-965D-AB4B18B8144E}"/>
              </a:ext>
            </a:extLst>
          </p:cNvPr>
          <p:cNvSpPr/>
          <p:nvPr/>
        </p:nvSpPr>
        <p:spPr>
          <a:xfrm>
            <a:off x="6962825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PCB</a:t>
            </a:r>
            <a:endParaRPr lang="de-DE" sz="11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EEA124E-B3CA-91FE-7CF0-FEE0C5BDA09D}"/>
              </a:ext>
            </a:extLst>
          </p:cNvPr>
          <p:cNvSpPr/>
          <p:nvPr/>
        </p:nvSpPr>
        <p:spPr>
          <a:xfrm>
            <a:off x="7680199" y="2578916"/>
            <a:ext cx="60497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Cap</a:t>
            </a:r>
            <a:endParaRPr lang="de-DE" sz="1100" dirty="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EFA86D3-F24C-11B2-AC7A-AB4CCE2FF9CA}"/>
              </a:ext>
            </a:extLst>
          </p:cNvPr>
          <p:cNvSpPr/>
          <p:nvPr/>
        </p:nvSpPr>
        <p:spPr>
          <a:xfrm>
            <a:off x="7305726" y="3266672"/>
            <a:ext cx="604970" cy="3030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Cable</a:t>
            </a:r>
            <a:endParaRPr lang="de-DE" sz="11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E5821A8E-E76F-34F2-E825-5BAC2741829B}"/>
              </a:ext>
            </a:extLst>
          </p:cNvPr>
          <p:cNvCxnSpPr/>
          <p:nvPr/>
        </p:nvCxnSpPr>
        <p:spPr>
          <a:xfrm>
            <a:off x="7062603" y="3084110"/>
            <a:ext cx="0" cy="34489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4CB3C92-CDB7-3002-8F08-F3734E63857C}"/>
              </a:ext>
            </a:extLst>
          </p:cNvPr>
          <p:cNvCxnSpPr>
            <a:endCxn id="16" idx="1"/>
          </p:cNvCxnSpPr>
          <p:nvPr/>
        </p:nvCxnSpPr>
        <p:spPr>
          <a:xfrm flipV="1">
            <a:off x="7062603" y="3418182"/>
            <a:ext cx="243123" cy="1081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AF48714-7BBB-ACD9-A0EA-195637A34F78}"/>
              </a:ext>
            </a:extLst>
          </p:cNvPr>
          <p:cNvSpPr/>
          <p:nvPr/>
        </p:nvSpPr>
        <p:spPr>
          <a:xfrm>
            <a:off x="4730184" y="3176403"/>
            <a:ext cx="603347" cy="2525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Akku</a:t>
            </a:r>
            <a:endParaRPr lang="de-DE" sz="1100" dirty="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300E792-CB50-2CC5-E186-C2132BA09CF4}"/>
              </a:ext>
            </a:extLst>
          </p:cNvPr>
          <p:cNvSpPr/>
          <p:nvPr/>
        </p:nvSpPr>
        <p:spPr>
          <a:xfrm>
            <a:off x="4730184" y="3485263"/>
            <a:ext cx="603348" cy="25259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00" dirty="0"/>
              <a:t>Switch</a:t>
            </a:r>
            <a:endParaRPr lang="de-DE" sz="11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4EE3D7EA-7F3C-8CB6-AA8B-3F633EFA40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976" y="4245388"/>
            <a:ext cx="931910" cy="968521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15E9D730-AB0E-A27C-FC4F-C062837DFC16}"/>
              </a:ext>
            </a:extLst>
          </p:cNvPr>
          <p:cNvSpPr txBox="1"/>
          <p:nvPr/>
        </p:nvSpPr>
        <p:spPr>
          <a:xfrm>
            <a:off x="3047532" y="5161258"/>
            <a:ext cx="27116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sz="800" b="1" i="0" dirty="0">
                <a:solidFill>
                  <a:srgbClr val="000000"/>
                </a:solidFill>
                <a:effectLst/>
                <a:latin typeface="TT Norms Pro"/>
              </a:rPr>
              <a:t>5 </a:t>
            </a:r>
            <a:r>
              <a:rPr lang="de-DE" sz="800" b="1" i="0" dirty="0" err="1">
                <a:solidFill>
                  <a:srgbClr val="000000"/>
                </a:solidFill>
                <a:effectLst/>
                <a:latin typeface="TT Norms Pro"/>
              </a:rPr>
              <a:t>kanal</a:t>
            </a:r>
            <a:r>
              <a:rPr lang="de-DE" sz="800" b="1" i="0" dirty="0">
                <a:solidFill>
                  <a:srgbClr val="000000"/>
                </a:solidFill>
                <a:effectLst/>
                <a:latin typeface="TT Norms Pro"/>
              </a:rPr>
              <a:t> TCRT5000 IR Lichtschranke Barriere Linie Track Modul Infrarot Hindernis Vermeidung Sensor Für Arduino DIY</a:t>
            </a:r>
            <a:endParaRPr lang="de-DE" sz="800" dirty="0"/>
          </a:p>
        </p:txBody>
      </p:sp>
    </p:spTree>
    <p:extLst>
      <p:ext uri="{BB962C8B-B14F-4D97-AF65-F5344CB8AC3E}">
        <p14:creationId xmlns:p14="http://schemas.microsoft.com/office/powerpoint/2010/main" val="2876630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33B71C-6219-F774-13B9-6CF9D0DCB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Main-Frame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2CD86B-02EC-74D9-A0A5-9501BB265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D27B5E2-A3EB-7838-2247-1B37C0882FDF}"/>
              </a:ext>
            </a:extLst>
          </p:cNvPr>
          <p:cNvSpPr/>
          <p:nvPr/>
        </p:nvSpPr>
        <p:spPr>
          <a:xfrm>
            <a:off x="3936718" y="1782831"/>
            <a:ext cx="112532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err="1"/>
              <a:t>MainFrame</a:t>
            </a:r>
            <a:endParaRPr lang="de-DE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2B4B1D5-C712-CB2A-7012-FB06DB467F40}"/>
              </a:ext>
            </a:extLst>
          </p:cNvPr>
          <p:cNvSpPr/>
          <p:nvPr/>
        </p:nvSpPr>
        <p:spPr>
          <a:xfrm>
            <a:off x="3082941" y="2788859"/>
            <a:ext cx="1125320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Base-</a:t>
            </a:r>
            <a:br>
              <a:rPr lang="de-DE" sz="1400" dirty="0"/>
            </a:br>
            <a:r>
              <a:rPr lang="de-DE" sz="1400" dirty="0"/>
              <a:t>Board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686C1D-B5F9-8EE7-9D7E-35A089CC19D1}"/>
              </a:ext>
            </a:extLst>
          </p:cNvPr>
          <p:cNvSpPr/>
          <p:nvPr/>
        </p:nvSpPr>
        <p:spPr>
          <a:xfrm>
            <a:off x="4499377" y="2788859"/>
            <a:ext cx="1184047" cy="505194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/>
              <a:t>Bottom-</a:t>
            </a:r>
          </a:p>
          <a:p>
            <a:pPr algn="ctr"/>
            <a:r>
              <a:rPr lang="de-DE" sz="1400" dirty="0" err="1"/>
              <a:t>Sheed</a:t>
            </a:r>
            <a:endParaRPr lang="de-D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CB26347A-ABC6-4F3F-204E-2A27F2E65335}"/>
              </a:ext>
            </a:extLst>
          </p:cNvPr>
          <p:cNvSpPr/>
          <p:nvPr/>
        </p:nvSpPr>
        <p:spPr>
          <a:xfrm>
            <a:off x="3634233" y="3538822"/>
            <a:ext cx="604970" cy="2408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/>
              <a:t>Screws</a:t>
            </a:r>
            <a:endParaRPr lang="de-DE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D4E5414-72FB-BD79-8956-3C74450AC3DB}"/>
              </a:ext>
            </a:extLst>
          </p:cNvPr>
          <p:cNvSpPr/>
          <p:nvPr/>
        </p:nvSpPr>
        <p:spPr>
          <a:xfrm>
            <a:off x="3634233" y="3895750"/>
            <a:ext cx="604970" cy="330828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/>
              <a:t>Cable</a:t>
            </a:r>
            <a:br>
              <a:rPr lang="de-DE" sz="1050" dirty="0"/>
            </a:br>
            <a:r>
              <a:rPr lang="de-DE" sz="1050" dirty="0"/>
              <a:t>Blocks</a:t>
            </a:r>
            <a:endParaRPr lang="de-DE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C07B79-7EBE-B64A-1548-6283B5BDA0FC}"/>
              </a:ext>
            </a:extLst>
          </p:cNvPr>
          <p:cNvSpPr/>
          <p:nvPr/>
        </p:nvSpPr>
        <p:spPr>
          <a:xfrm>
            <a:off x="5113187" y="3541290"/>
            <a:ext cx="604970" cy="240847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050" dirty="0" err="1"/>
              <a:t>Screws</a:t>
            </a:r>
            <a:endParaRPr lang="de-DE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5FCE186-6449-E2BA-42E6-3B9780002044}"/>
              </a:ext>
            </a:extLst>
          </p:cNvPr>
          <p:cNvCxnSpPr/>
          <p:nvPr/>
        </p:nvCxnSpPr>
        <p:spPr>
          <a:xfrm>
            <a:off x="4753870" y="3294053"/>
            <a:ext cx="0" cy="64140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D6C0436-E0F8-1F6E-7DBF-E234D4EEEC5B}"/>
              </a:ext>
            </a:extLst>
          </p:cNvPr>
          <p:cNvCxnSpPr>
            <a:cxnSpLocks/>
          </p:cNvCxnSpPr>
          <p:nvPr/>
        </p:nvCxnSpPr>
        <p:spPr>
          <a:xfrm>
            <a:off x="3248394" y="3294053"/>
            <a:ext cx="0" cy="84853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C6BFF1F-BC18-6791-BA50-F32478AB7EF1}"/>
              </a:ext>
            </a:extLst>
          </p:cNvPr>
          <p:cNvCxnSpPr>
            <a:endCxn id="7" idx="1"/>
          </p:cNvCxnSpPr>
          <p:nvPr/>
        </p:nvCxnSpPr>
        <p:spPr>
          <a:xfrm>
            <a:off x="3248394" y="3659245"/>
            <a:ext cx="38583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B0680CC-8C78-8015-30C7-91C602C27DBD}"/>
              </a:ext>
            </a:extLst>
          </p:cNvPr>
          <p:cNvCxnSpPr/>
          <p:nvPr/>
        </p:nvCxnSpPr>
        <p:spPr>
          <a:xfrm>
            <a:off x="3259762" y="4139179"/>
            <a:ext cx="38583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66DCD2E-9592-4D36-6933-096EC910CF62}"/>
              </a:ext>
            </a:extLst>
          </p:cNvPr>
          <p:cNvCxnSpPr/>
          <p:nvPr/>
        </p:nvCxnSpPr>
        <p:spPr>
          <a:xfrm>
            <a:off x="4753870" y="3659245"/>
            <a:ext cx="385839" cy="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ruthex M8 Gewindeeinsatz - 20 Stück RX-M8x12.7 Messing Gewindebuchsen für  3D Druck-Teile aus Kunststoff">
            <a:extLst>
              <a:ext uri="{FF2B5EF4-FFF2-40B4-BE49-F238E27FC236}">
                <a16:creationId xmlns:a16="http://schemas.microsoft.com/office/drawing/2014/main" id="{A713E1DF-0F4A-A1D8-5C5D-D8C2908C9C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0505" y="4489906"/>
            <a:ext cx="1448642" cy="1448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33767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D92A1-4F37-68D3-5FD8-839160864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Packages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13C98-D227-DE14-0A1D-4ED6E0210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3013478" cy="4525963"/>
          </a:xfrm>
        </p:spPr>
        <p:txBody>
          <a:bodyPr>
            <a:normAutofit/>
          </a:bodyPr>
          <a:lstStyle/>
          <a:p>
            <a:r>
              <a:rPr lang="de-DE" sz="1400" dirty="0"/>
              <a:t>LCAMP </a:t>
            </a:r>
            <a:r>
              <a:rPr lang="de-DE" sz="1400" dirty="0" err="1"/>
              <a:t>Configurator.Core</a:t>
            </a:r>
            <a:endParaRPr lang="de-DE" sz="1400" dirty="0"/>
          </a:p>
          <a:p>
            <a:r>
              <a:rPr lang="de-DE" sz="1050" dirty="0"/>
              <a:t>.NET 8.0</a:t>
            </a:r>
          </a:p>
          <a:p>
            <a:r>
              <a:rPr lang="de-DE" sz="1050" dirty="0" err="1"/>
              <a:t>NewtonSoft</a:t>
            </a:r>
            <a:r>
              <a:rPr lang="de-DE" sz="1050" dirty="0"/>
              <a:t> 13.03  </a:t>
            </a:r>
            <a:r>
              <a:rPr lang="de-DE" sz="1050" dirty="0">
                <a:sym typeface="Wingdings" panose="05000000000000000000" pitchFamily="2" charset="2"/>
              </a:rPr>
              <a:t> </a:t>
            </a:r>
            <a:r>
              <a:rPr lang="de-DE" sz="1050" dirty="0" err="1">
                <a:sym typeface="Wingdings" panose="05000000000000000000" pitchFamily="2" charset="2"/>
              </a:rPr>
              <a:t>Json</a:t>
            </a:r>
            <a:endParaRPr lang="de-DE" sz="1050" dirty="0">
              <a:sym typeface="Wingdings" panose="05000000000000000000" pitchFamily="2" charset="2"/>
            </a:endParaRPr>
          </a:p>
          <a:p>
            <a:r>
              <a:rPr lang="de-DE" sz="1400" dirty="0"/>
              <a:t>LCAMP </a:t>
            </a:r>
            <a:r>
              <a:rPr lang="de-DE" sz="1400" dirty="0" err="1"/>
              <a:t>Configurator.Color</a:t>
            </a:r>
            <a:endParaRPr lang="de-DE" sz="1400" dirty="0"/>
          </a:p>
          <a:p>
            <a:r>
              <a:rPr lang="de-DE" sz="1050" dirty="0"/>
              <a:t>.NET 8.0-windows</a:t>
            </a:r>
          </a:p>
          <a:p>
            <a:r>
              <a:rPr lang="en-US" sz="1050" dirty="0" err="1"/>
              <a:t>SharpGLTF.Core</a:t>
            </a:r>
            <a:r>
              <a:rPr lang="en-US" sz="1050" dirty="0"/>
              <a:t> 1.0.5</a:t>
            </a:r>
          </a:p>
          <a:p>
            <a:r>
              <a:rPr lang="en-US" sz="1050" dirty="0" err="1"/>
              <a:t>SharpGLTF.Toolkit</a:t>
            </a:r>
            <a:r>
              <a:rPr lang="en-US" sz="1050" dirty="0"/>
              <a:t> 1.0.5</a:t>
            </a:r>
            <a:endParaRPr lang="de-DE" sz="1050" dirty="0">
              <a:sym typeface="Wingdings" panose="05000000000000000000" pitchFamily="2" charset="2"/>
            </a:endParaRPr>
          </a:p>
          <a:p>
            <a:r>
              <a:rPr lang="de-DE" sz="1400" dirty="0"/>
              <a:t>LCAMP </a:t>
            </a:r>
            <a:r>
              <a:rPr lang="de-DE" sz="1400" dirty="0" err="1"/>
              <a:t>Configurator.UI</a:t>
            </a:r>
            <a:endParaRPr lang="de-DE" sz="1400" dirty="0"/>
          </a:p>
          <a:p>
            <a:r>
              <a:rPr lang="de-DE" sz="1050" dirty="0"/>
              <a:t>.NET 8.0-windows</a:t>
            </a:r>
          </a:p>
          <a:p>
            <a:r>
              <a:rPr lang="de-DE" sz="1050" dirty="0"/>
              <a:t>System .Windows .Forms</a:t>
            </a:r>
          </a:p>
          <a:p>
            <a:r>
              <a:rPr lang="de-DE" sz="1050" dirty="0" err="1"/>
              <a:t>NewtonSoft</a:t>
            </a:r>
            <a:r>
              <a:rPr lang="de-DE" sz="1050" dirty="0"/>
              <a:t> 13.03  </a:t>
            </a:r>
            <a:r>
              <a:rPr lang="de-DE" sz="1050" dirty="0">
                <a:sym typeface="Wingdings" panose="05000000000000000000" pitchFamily="2" charset="2"/>
              </a:rPr>
              <a:t> </a:t>
            </a:r>
            <a:r>
              <a:rPr lang="de-DE" sz="1050" dirty="0" err="1">
                <a:sym typeface="Wingdings" panose="05000000000000000000" pitchFamily="2" charset="2"/>
              </a:rPr>
              <a:t>Json</a:t>
            </a:r>
            <a:endParaRPr lang="de-DE" sz="1050" dirty="0"/>
          </a:p>
          <a:p>
            <a:endParaRPr lang="de-DE" sz="1050" dirty="0"/>
          </a:p>
          <a:p>
            <a:endParaRPr lang="de-DE" sz="1400" dirty="0"/>
          </a:p>
          <a:p>
            <a:r>
              <a:rPr lang="de-DE" sz="1400" dirty="0"/>
              <a:t>LCAMP </a:t>
            </a:r>
            <a:r>
              <a:rPr lang="de-DE" sz="1400" dirty="0" err="1"/>
              <a:t>Configurator</a:t>
            </a:r>
            <a:endParaRPr lang="de-DE" sz="1400" dirty="0"/>
          </a:p>
          <a:p>
            <a:r>
              <a:rPr lang="de-DE" sz="1050" dirty="0" err="1"/>
              <a:t>NewtonSoft</a:t>
            </a:r>
            <a:endParaRPr lang="de-DE" sz="1050" dirty="0"/>
          </a:p>
          <a:p>
            <a:r>
              <a:rPr lang="de-DE" sz="1050" dirty="0" err="1"/>
              <a:t>ClosedXml</a:t>
            </a:r>
            <a:endParaRPr lang="de-DE" sz="1050" dirty="0"/>
          </a:p>
          <a:p>
            <a:endParaRPr lang="de-DE" sz="1050" dirty="0"/>
          </a:p>
          <a:p>
            <a:r>
              <a:rPr lang="de-DE" sz="1050" dirty="0"/>
              <a:t>URDF </a:t>
            </a:r>
            <a:r>
              <a:rPr lang="de-DE" sz="1050" dirty="0" err="1"/>
              <a:t>Importer</a:t>
            </a:r>
            <a:endParaRPr lang="de-DE" sz="1050" dirty="0"/>
          </a:p>
          <a:p>
            <a:r>
              <a:rPr lang="de-DE" sz="1050" dirty="0" err="1"/>
              <a:t>Siemens.Ros.Sharp.URDF</a:t>
            </a:r>
            <a:endParaRPr lang="de-DE" sz="1050" dirty="0"/>
          </a:p>
          <a:p>
            <a:endParaRPr lang="de-D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997092F-5A6E-351B-C757-A4F8EE6580CD}"/>
              </a:ext>
            </a:extLst>
          </p:cNvPr>
          <p:cNvSpPr txBox="1">
            <a:spLocks/>
          </p:cNvSpPr>
          <p:nvPr/>
        </p:nvSpPr>
        <p:spPr>
          <a:xfrm>
            <a:off x="3988501" y="1593885"/>
            <a:ext cx="3321648" cy="4525963"/>
          </a:xfrm>
          <a:prstGeom prst="rect">
            <a:avLst/>
          </a:prstGeom>
        </p:spPr>
        <p:txBody>
          <a:bodyPr vert="horz" lIns="91440" tIns="45720" rIns="91440" bIns="45720" rtlCol="0">
            <a:normAutofit fontScale="25000" lnSpcReduction="2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5600" dirty="0"/>
              <a:t>LCAMP Viewer </a:t>
            </a:r>
          </a:p>
          <a:p>
            <a:r>
              <a:rPr lang="de-DE" dirty="0" err="1"/>
              <a:t>Assimp</a:t>
            </a:r>
            <a:r>
              <a:rPr lang="de-DE" dirty="0"/>
              <a:t> 3.0.0 </a:t>
            </a:r>
          </a:p>
          <a:p>
            <a:r>
              <a:rPr lang="en-US" dirty="0" err="1"/>
              <a:t>HelixToolkit.Wpf</a:t>
            </a:r>
            <a:r>
              <a:rPr lang="en-US" dirty="0"/>
              <a:t> 2.27.3 </a:t>
            </a:r>
          </a:p>
          <a:p>
            <a:r>
              <a:rPr lang="de-DE" dirty="0" err="1"/>
              <a:t>Microsoft.CSharp</a:t>
            </a:r>
            <a:r>
              <a:rPr lang="de-DE" dirty="0"/>
              <a:t> 4.7.0 </a:t>
            </a:r>
          </a:p>
          <a:p>
            <a:pPr marL="0" indent="0">
              <a:buNone/>
            </a:pPr>
            <a:r>
              <a:rPr lang="it-IT" dirty="0"/>
              <a:t>	Microsoft.Win32.Registry.AccessControl 8.0.0 </a:t>
            </a:r>
          </a:p>
          <a:p>
            <a:r>
              <a:rPr lang="de-DE" dirty="0"/>
              <a:t>    Microsoft.Win32.SystemEvents 9.0.8 </a:t>
            </a:r>
          </a:p>
          <a:p>
            <a:r>
              <a:rPr lang="de-DE" dirty="0"/>
              <a:t>    </a:t>
            </a:r>
            <a:r>
              <a:rPr lang="de-DE" dirty="0" err="1"/>
              <a:t>Microsoft.Windows.Compatibility</a:t>
            </a:r>
            <a:r>
              <a:rPr lang="de-DE" dirty="0"/>
              <a:t> 8.0.18 </a:t>
            </a:r>
          </a:p>
          <a:p>
            <a:r>
              <a:rPr lang="de-DE" dirty="0"/>
              <a:t>    </a:t>
            </a:r>
            <a:r>
              <a:rPr lang="de-DE" dirty="0" err="1"/>
              <a:t>System.CodeDom</a:t>
            </a:r>
            <a:r>
              <a:rPr lang="de-DE" dirty="0"/>
              <a:t> 8.0.0 </a:t>
            </a:r>
          </a:p>
          <a:p>
            <a:r>
              <a:rPr lang="de-DE" dirty="0"/>
              <a:t>    </a:t>
            </a:r>
            <a:r>
              <a:rPr lang="de-DE" dirty="0" err="1"/>
              <a:t>System.Configuration.ConfigurationManager</a:t>
            </a:r>
            <a:r>
              <a:rPr lang="de-DE" dirty="0"/>
              <a:t> 9.0.7 </a:t>
            </a:r>
          </a:p>
          <a:p>
            <a:r>
              <a:rPr lang="en-US" dirty="0"/>
              <a:t>    </a:t>
            </a:r>
            <a:r>
              <a:rPr lang="en-US" dirty="0" err="1"/>
              <a:t>System.Data.Odbc</a:t>
            </a:r>
            <a:r>
              <a:rPr lang="en-US" dirty="0"/>
              <a:t> 8.0.1 </a:t>
            </a:r>
          </a:p>
          <a:p>
            <a:r>
              <a:rPr lang="de-DE" dirty="0"/>
              <a:t>    </a:t>
            </a:r>
            <a:r>
              <a:rPr lang="de-DE" dirty="0" err="1"/>
              <a:t>System.Data.OleDb</a:t>
            </a:r>
            <a:r>
              <a:rPr lang="de-DE" dirty="0"/>
              <a:t> 8.0.1 </a:t>
            </a:r>
          </a:p>
          <a:p>
            <a:r>
              <a:rPr lang="de-DE" dirty="0"/>
              <a:t>    </a:t>
            </a:r>
            <a:r>
              <a:rPr lang="de-DE" dirty="0" err="1"/>
              <a:t>System.Diagnostics.PerformanceCounter</a:t>
            </a:r>
            <a:r>
              <a:rPr lang="de-DE" dirty="0"/>
              <a:t> 8.0.1 </a:t>
            </a:r>
          </a:p>
          <a:p>
            <a:r>
              <a:rPr lang="en-US" dirty="0"/>
              <a:t>    </a:t>
            </a:r>
            <a:r>
              <a:rPr lang="en-US" dirty="0" err="1"/>
              <a:t>System.DirectoryServices.AccountManagement</a:t>
            </a:r>
            <a:r>
              <a:rPr lang="en-US" dirty="0"/>
              <a:t> 8.0.1 </a:t>
            </a:r>
          </a:p>
          <a:p>
            <a:r>
              <a:rPr lang="en-US" dirty="0"/>
              <a:t>    </a:t>
            </a:r>
            <a:r>
              <a:rPr lang="en-US" dirty="0" err="1"/>
              <a:t>System.DirectoryServices.Protocols</a:t>
            </a:r>
            <a:r>
              <a:rPr lang="en-US" dirty="0"/>
              <a:t> 8.0.2 </a:t>
            </a:r>
          </a:p>
          <a:p>
            <a:r>
              <a:rPr lang="en-US" dirty="0"/>
              <a:t>    </a:t>
            </a:r>
            <a:r>
              <a:rPr lang="en-US" dirty="0" err="1"/>
              <a:t>System.Drawing.Common</a:t>
            </a:r>
            <a:r>
              <a:rPr lang="en-US" dirty="0"/>
              <a:t> 9.0.1 </a:t>
            </a:r>
          </a:p>
          <a:p>
            <a:r>
              <a:rPr lang="en-US" dirty="0"/>
              <a:t>    </a:t>
            </a:r>
            <a:r>
              <a:rPr lang="en-US" dirty="0" err="1"/>
              <a:t>System.IO.Packaging</a:t>
            </a:r>
            <a:r>
              <a:rPr lang="en-US" dirty="0"/>
              <a:t> 8.0.1 </a:t>
            </a:r>
          </a:p>
          <a:p>
            <a:r>
              <a:rPr lang="de-DE" dirty="0"/>
              <a:t>    </a:t>
            </a:r>
            <a:r>
              <a:rPr lang="de-DE" dirty="0" err="1"/>
              <a:t>System.IO.Ports</a:t>
            </a:r>
            <a:r>
              <a:rPr lang="de-DE" dirty="0"/>
              <a:t> 8.0.0 </a:t>
            </a:r>
          </a:p>
          <a:p>
            <a:r>
              <a:rPr lang="en-US" dirty="0"/>
              <a:t>    </a:t>
            </a:r>
            <a:r>
              <a:rPr lang="en-US" dirty="0" err="1"/>
              <a:t>System.Runtime.Caching</a:t>
            </a:r>
            <a:r>
              <a:rPr lang="en-US" dirty="0"/>
              <a:t> 8.0.1 </a:t>
            </a:r>
          </a:p>
          <a:p>
            <a:r>
              <a:rPr lang="de-DE" dirty="0"/>
              <a:t>    </a:t>
            </a:r>
            <a:r>
              <a:rPr lang="de-DE" dirty="0" err="1"/>
              <a:t>System.Runtime.CompilerServices.Unsafe</a:t>
            </a:r>
            <a:r>
              <a:rPr lang="de-DE" dirty="0"/>
              <a:t> 6.1.2 </a:t>
            </a:r>
          </a:p>
          <a:p>
            <a:r>
              <a:rPr lang="de-DE" dirty="0"/>
              <a:t>    </a:t>
            </a:r>
            <a:r>
              <a:rPr lang="de-DE" dirty="0" err="1"/>
              <a:t>System.Security.AccessControl</a:t>
            </a:r>
            <a:r>
              <a:rPr lang="de-DE" dirty="0"/>
              <a:t> 6.0.0 </a:t>
            </a:r>
          </a:p>
          <a:p>
            <a:r>
              <a:rPr lang="de-DE" dirty="0"/>
              <a:t>    </a:t>
            </a:r>
            <a:r>
              <a:rPr lang="de-DE" dirty="0" err="1"/>
              <a:t>System.Security.Cryptography.Pkcs</a:t>
            </a:r>
            <a:r>
              <a:rPr lang="de-DE" dirty="0"/>
              <a:t> 8.0.1 </a:t>
            </a:r>
          </a:p>
          <a:p>
            <a:r>
              <a:rPr lang="de-DE" dirty="0"/>
              <a:t>    </a:t>
            </a:r>
            <a:r>
              <a:rPr lang="de-DE" dirty="0" err="1"/>
              <a:t>System.Security.Cryptography.Xml</a:t>
            </a:r>
            <a:r>
              <a:rPr lang="de-DE" dirty="0"/>
              <a:t> 8.0.2 </a:t>
            </a:r>
          </a:p>
          <a:p>
            <a:r>
              <a:rPr lang="en-US" dirty="0"/>
              <a:t>    </a:t>
            </a:r>
            <a:r>
              <a:rPr lang="en-US" dirty="0" err="1"/>
              <a:t>System.Security.Permissions</a:t>
            </a:r>
            <a:r>
              <a:rPr lang="en-US" dirty="0"/>
              <a:t> 8.0.0 </a:t>
            </a:r>
          </a:p>
          <a:p>
            <a:r>
              <a:rPr lang="en-US" dirty="0"/>
              <a:t>    </a:t>
            </a:r>
            <a:r>
              <a:rPr lang="en-US" dirty="0" err="1"/>
              <a:t>System.ServiceModel.Duplex</a:t>
            </a:r>
            <a:r>
              <a:rPr lang="en-US" dirty="0"/>
              <a:t> 6.0.0 </a:t>
            </a:r>
          </a:p>
          <a:p>
            <a:r>
              <a:rPr lang="de-DE" dirty="0"/>
              <a:t>    </a:t>
            </a:r>
            <a:r>
              <a:rPr lang="de-DE" dirty="0" err="1"/>
              <a:t>System.ServiceModel.Http</a:t>
            </a:r>
            <a:r>
              <a:rPr lang="de-DE" dirty="0"/>
              <a:t> 8.1.2 </a:t>
            </a:r>
          </a:p>
          <a:p>
            <a:r>
              <a:rPr lang="de-DE" dirty="0"/>
              <a:t>    </a:t>
            </a:r>
            <a:r>
              <a:rPr lang="de-DE" dirty="0" err="1"/>
              <a:t>System.ServiceModel.NetTcp</a:t>
            </a:r>
            <a:r>
              <a:rPr lang="de-DE" dirty="0"/>
              <a:t> 8.1.2 </a:t>
            </a:r>
          </a:p>
          <a:p>
            <a:r>
              <a:rPr lang="de-DE" dirty="0"/>
              <a:t>    </a:t>
            </a:r>
            <a:r>
              <a:rPr lang="de-DE" dirty="0" err="1"/>
              <a:t>System.ServiceModel.Primitives</a:t>
            </a:r>
            <a:r>
              <a:rPr lang="de-DE" dirty="0"/>
              <a:t> 8.1.2 </a:t>
            </a:r>
          </a:p>
          <a:p>
            <a:r>
              <a:rPr lang="en-US" dirty="0"/>
              <a:t>    </a:t>
            </a:r>
            <a:r>
              <a:rPr lang="en-US" dirty="0" err="1"/>
              <a:t>System.ServiceModel.Security</a:t>
            </a:r>
            <a:r>
              <a:rPr lang="en-US" dirty="0"/>
              <a:t> 6.0.0 </a:t>
            </a:r>
          </a:p>
          <a:p>
            <a:r>
              <a:rPr lang="de-DE" dirty="0"/>
              <a:t>    </a:t>
            </a:r>
            <a:r>
              <a:rPr lang="de-DE" dirty="0" err="1"/>
              <a:t>System.ServiceModel.Syndication</a:t>
            </a:r>
            <a:r>
              <a:rPr lang="de-DE" dirty="0"/>
              <a:t> 8.0.0 </a:t>
            </a:r>
          </a:p>
          <a:p>
            <a:r>
              <a:rPr lang="de-DE" dirty="0"/>
              <a:t>    </a:t>
            </a:r>
            <a:r>
              <a:rPr lang="de-DE" dirty="0" err="1"/>
              <a:t>System.ServiceProcess.ServiceController</a:t>
            </a:r>
            <a:r>
              <a:rPr lang="de-DE" dirty="0"/>
              <a:t> 8.0.1 </a:t>
            </a:r>
          </a:p>
          <a:p>
            <a:r>
              <a:rPr lang="en-US" dirty="0"/>
              <a:t>    </a:t>
            </a:r>
            <a:r>
              <a:rPr lang="en-US" dirty="0" err="1"/>
              <a:t>System.Speech</a:t>
            </a:r>
            <a:r>
              <a:rPr lang="en-US" dirty="0"/>
              <a:t> 8.0.0 </a:t>
            </a:r>
          </a:p>
          <a:p>
            <a:r>
              <a:rPr lang="en-US" dirty="0"/>
              <a:t>    </a:t>
            </a:r>
            <a:r>
              <a:rPr lang="en-US" dirty="0" err="1"/>
              <a:t>System.Text.Encoding.CodePages</a:t>
            </a:r>
            <a:r>
              <a:rPr lang="en-US" dirty="0"/>
              <a:t> 8.0.0 </a:t>
            </a:r>
          </a:p>
          <a:p>
            <a:r>
              <a:rPr lang="en-US" dirty="0"/>
              <a:t>    </a:t>
            </a:r>
            <a:r>
              <a:rPr lang="en-US" dirty="0" err="1"/>
              <a:t>System.Threading.AccessControl</a:t>
            </a:r>
            <a:r>
              <a:rPr lang="en-US" dirty="0"/>
              <a:t> 8.0.0 </a:t>
            </a:r>
          </a:p>
          <a:p>
            <a:r>
              <a:rPr lang="en-US" dirty="0"/>
              <a:t>    </a:t>
            </a:r>
            <a:r>
              <a:rPr lang="en-US" dirty="0" err="1"/>
              <a:t>System.Web.Services.Description</a:t>
            </a:r>
            <a:r>
              <a:rPr lang="en-US" dirty="0"/>
              <a:t> 4.10.3 </a:t>
            </a:r>
          </a:p>
          <a:p>
            <a:r>
              <a:rPr lang="de-DE" dirty="0"/>
              <a:t>    </a:t>
            </a:r>
            <a:r>
              <a:rPr lang="de-DE" dirty="0" err="1"/>
              <a:t>System.ServiceModel.Federation</a:t>
            </a:r>
            <a:r>
              <a:rPr lang="de-DE" dirty="0"/>
              <a:t> 8.1.2 </a:t>
            </a:r>
            <a:endParaRPr lang="de-DE" sz="1050" dirty="0"/>
          </a:p>
        </p:txBody>
      </p:sp>
    </p:spTree>
    <p:extLst>
      <p:ext uri="{BB962C8B-B14F-4D97-AF65-F5344CB8AC3E}">
        <p14:creationId xmlns:p14="http://schemas.microsoft.com/office/powerpoint/2010/main" val="25459720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Color Scheme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5252"/>
            <a:ext cx="8229600" cy="4525963"/>
          </a:xfrm>
        </p:spPr>
        <p:txBody>
          <a:bodyPr/>
          <a:lstStyle/>
          <a:p>
            <a:r>
              <a:rPr lang="en-US" sz="1200" dirty="0"/>
              <a:t>• </a:t>
            </a:r>
            <a:r>
              <a:rPr lang="en-US" sz="1200" dirty="0" err="1"/>
              <a:t>Positionsangaben</a:t>
            </a:r>
            <a:r>
              <a:rPr lang="en-US" sz="1200" dirty="0"/>
              <a:t>: front, back (rear), left,(center), right, (controller)</a:t>
            </a:r>
          </a:p>
          <a:p>
            <a:r>
              <a:rPr lang="en-US" sz="1200" dirty="0"/>
              <a:t>• IDs: 1, 2, 3, 4, ….</a:t>
            </a:r>
          </a:p>
          <a:p>
            <a:endParaRPr lang="de-DE" sz="1200" dirty="0"/>
          </a:p>
          <a:p>
            <a:endParaRPr lang="de-DE" sz="1200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4A89C8E-FA48-29D6-4DA7-366DCEF9F8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8138760"/>
              </p:ext>
            </p:extLst>
          </p:nvPr>
        </p:nvGraphicFramePr>
        <p:xfrm>
          <a:off x="1079431" y="2430266"/>
          <a:ext cx="6096000" cy="266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4000">
                  <a:extLst>
                    <a:ext uri="{9D8B030D-6E8A-4147-A177-3AD203B41FA5}">
                      <a16:colId xmlns:a16="http://schemas.microsoft.com/office/drawing/2014/main" val="3815127832"/>
                    </a:ext>
                  </a:extLst>
                </a:gridCol>
                <a:gridCol w="1832167">
                  <a:extLst>
                    <a:ext uri="{9D8B030D-6E8A-4147-A177-3AD203B41FA5}">
                      <a16:colId xmlns:a16="http://schemas.microsoft.com/office/drawing/2014/main" val="1700963935"/>
                    </a:ext>
                  </a:extLst>
                </a:gridCol>
                <a:gridCol w="1215833">
                  <a:extLst>
                    <a:ext uri="{9D8B030D-6E8A-4147-A177-3AD203B41FA5}">
                      <a16:colId xmlns:a16="http://schemas.microsoft.com/office/drawing/2014/main" val="348421545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119002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de-DE" dirty="0"/>
                        <a:t>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/>
                        <a:t>Code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dirty="0" err="1"/>
                        <a:t>Id</a:t>
                      </a:r>
                      <a:endParaRPr lang="de-D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50343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Body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front, back, </a:t>
                      </a:r>
                      <a:r>
                        <a:rPr lang="de-DE" sz="1200" dirty="0" err="1"/>
                        <a:t>left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right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538189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Drive (</a:t>
                      </a:r>
                      <a:r>
                        <a:rPr lang="de-DE" sz="1200" dirty="0" err="1"/>
                        <a:t>DriveSystem</a:t>
                      </a:r>
                      <a:r>
                        <a:rPr lang="de-DE" sz="1200" dirty="0"/>
                        <a:t>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 front, back, </a:t>
                      </a:r>
                      <a:r>
                        <a:rPr lang="de-DE" sz="1200" dirty="0" err="1"/>
                        <a:t>left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right</a:t>
                      </a:r>
                      <a:r>
                        <a:rPr lang="de-DE" sz="1200" dirty="0">
                          <a:sym typeface="Wingdings" panose="05000000000000000000" pitchFamily="2" charset="2"/>
                        </a:rPr>
                        <a:t> 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de-DE" sz="1200" dirty="0" err="1"/>
                        <a:t>fl,fr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bl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br</a:t>
                      </a:r>
                      <a:endParaRPr lang="de-DE" sz="1200" dirty="0"/>
                    </a:p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98030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 err="1"/>
                        <a:t>SensorBox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front, back, </a:t>
                      </a:r>
                      <a:r>
                        <a:rPr lang="de-DE" sz="1200" dirty="0" err="1"/>
                        <a:t>left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right</a:t>
                      </a:r>
                      <a:r>
                        <a:rPr lang="de-DE" sz="1200" dirty="0">
                          <a:sym typeface="Wingdings" panose="05000000000000000000" pitchFamily="2" charset="2"/>
                        </a:rPr>
                        <a:t> 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de-DE" sz="1200" dirty="0"/>
                        <a:t>f, b, l, c</a:t>
                      </a:r>
                    </a:p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518526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Wheel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b="1" dirty="0"/>
                        <a:t>hub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rim</a:t>
                      </a:r>
                      <a:r>
                        <a:rPr lang="de-DE" sz="1200" dirty="0"/>
                        <a:t>, </a:t>
                      </a:r>
                      <a:r>
                        <a:rPr lang="de-DE" sz="1200" b="1" dirty="0" err="1"/>
                        <a:t>tire</a:t>
                      </a:r>
                      <a:r>
                        <a:rPr lang="de-DE" sz="1200" dirty="0"/>
                        <a:t>, </a:t>
                      </a:r>
                      <a:r>
                        <a:rPr lang="de-DE" sz="1200" b="1" dirty="0" err="1"/>
                        <a:t>hubcap</a:t>
                      </a:r>
                      <a:endParaRPr lang="de-DE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de-DE" sz="1200" dirty="0" err="1"/>
                        <a:t>fl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fr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bl</a:t>
                      </a:r>
                      <a:r>
                        <a:rPr lang="de-DE" sz="1200" dirty="0"/>
                        <a:t>, </a:t>
                      </a:r>
                      <a:r>
                        <a:rPr lang="de-DE" sz="1200" dirty="0" err="1"/>
                        <a:t>br</a:t>
                      </a:r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h, r, t, 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1537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200" dirty="0"/>
                        <a:t>Sensor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12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>
                          <a:sym typeface="Wingdings" panose="05000000000000000000" pitchFamily="2" charset="2"/>
                        </a:rPr>
                        <a:t> </a:t>
                      </a:r>
                      <a:r>
                        <a:rPr lang="de-DE" sz="1200" dirty="0"/>
                        <a:t>f, b, l, c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200" dirty="0"/>
                        <a:t>…</a:t>
                      </a:r>
                    </a:p>
                    <a:p>
                      <a:endParaRPr lang="de-DE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200" dirty="0"/>
                        <a:t>1..4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08845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2EE06DA5-5B57-A4F7-B71D-65A0DF1C6071}"/>
              </a:ext>
            </a:extLst>
          </p:cNvPr>
          <p:cNvSpPr txBox="1"/>
          <p:nvPr/>
        </p:nvSpPr>
        <p:spPr>
          <a:xfrm>
            <a:off x="1079431" y="5471245"/>
            <a:ext cx="270779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050" dirty="0"/>
              <a:t>Farbschemen gehen von obiger Struktur aus.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2CCB6C-91BC-E5F1-FFD8-2AA60299A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Color Scheme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72979A7-2269-6CC0-8E9A-50D51BC866D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84958" y="1589095"/>
            <a:ext cx="4562758" cy="233625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B6A90D4-F910-906D-ACBC-05AE7ED955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3725" y="4096809"/>
            <a:ext cx="7209145" cy="2133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459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Farben &amp; Materialien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3836944" cy="4525963"/>
          </a:xfrm>
        </p:spPr>
        <p:txBody>
          <a:bodyPr>
            <a:normAutofit/>
          </a:bodyPr>
          <a:lstStyle/>
          <a:p>
            <a:r>
              <a:rPr sz="1600" dirty="0" err="1"/>
              <a:t>Hauptfarbe</a:t>
            </a:r>
            <a:r>
              <a:rPr lang="de-DE" sz="1600" dirty="0"/>
              <a:t>		Main</a:t>
            </a:r>
            <a:endParaRPr sz="1600" dirty="0"/>
          </a:p>
          <a:p>
            <a:r>
              <a:rPr sz="1600" dirty="0" err="1"/>
              <a:t>Grundfarbe</a:t>
            </a:r>
            <a:r>
              <a:rPr lang="de-DE" sz="1600" dirty="0"/>
              <a:t>		Base</a:t>
            </a:r>
            <a:endParaRPr sz="1600" dirty="0"/>
          </a:p>
          <a:p>
            <a:r>
              <a:rPr sz="1600" dirty="0"/>
              <a:t>Detailfarbe</a:t>
            </a:r>
            <a:r>
              <a:rPr lang="de-DE" sz="1600" dirty="0"/>
              <a:t>		Detail</a:t>
            </a:r>
            <a:endParaRPr sz="1600" dirty="0"/>
          </a:p>
          <a:p>
            <a:r>
              <a:rPr sz="1600" dirty="0" err="1"/>
              <a:t>Akzentfarbe</a:t>
            </a:r>
            <a:r>
              <a:rPr lang="de-DE" sz="1600" dirty="0"/>
              <a:t>		Accent</a:t>
            </a:r>
          </a:p>
          <a:p>
            <a:r>
              <a:rPr lang="de-DE" sz="1600" dirty="0"/>
              <a:t>(Tires	)  </a:t>
            </a:r>
            <a:r>
              <a:rPr lang="de-DE" sz="1600" dirty="0" err="1"/>
              <a:t>black</a:t>
            </a:r>
            <a:endParaRPr sz="1600" dirty="0"/>
          </a:p>
          <a:p>
            <a:endParaRPr sz="1600" dirty="0"/>
          </a:p>
          <a:p>
            <a:r>
              <a:rPr sz="1600" dirty="0"/>
              <a:t>→ RGBA </a:t>
            </a:r>
            <a:r>
              <a:rPr lang="de-DE" sz="1600" dirty="0"/>
              <a:t>Colors</a:t>
            </a:r>
            <a:r>
              <a:rPr sz="1600" dirty="0"/>
              <a:t> or Material</a:t>
            </a:r>
            <a:r>
              <a:rPr lang="de-DE" sz="1600" dirty="0"/>
              <a:t> </a:t>
            </a:r>
            <a:r>
              <a:rPr sz="1600" dirty="0"/>
              <a:t>list</a:t>
            </a:r>
            <a:r>
              <a:rPr lang="de-DE" sz="1600" dirty="0"/>
              <a:t> </a:t>
            </a:r>
          </a:p>
          <a:p>
            <a:endParaRPr lang="de-DE" sz="4800" dirty="0"/>
          </a:p>
          <a:p>
            <a:pPr marL="0" indent="0">
              <a:buNone/>
            </a:pPr>
            <a:endParaRPr sz="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EF15CE0-CFED-76CF-8082-3A4551B6A17F}"/>
              </a:ext>
            </a:extLst>
          </p:cNvPr>
          <p:cNvSpPr txBox="1"/>
          <p:nvPr/>
        </p:nvSpPr>
        <p:spPr>
          <a:xfrm>
            <a:off x="5433354" y="1417638"/>
            <a:ext cx="3634866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00" dirty="0"/>
              <a:t>["Basis"] = </a:t>
            </a:r>
            <a:r>
              <a:rPr lang="de-DE" sz="1000" dirty="0" err="1"/>
              <a:t>setColors</a:t>
            </a:r>
            <a:r>
              <a:rPr lang="de-DE" sz="1000" dirty="0"/>
              <a:t>["Base"],</a:t>
            </a:r>
          </a:p>
          <a:p>
            <a:pPr marL="0" indent="0">
              <a:buNone/>
            </a:pPr>
            <a:r>
              <a:rPr lang="de-DE" sz="1000" dirty="0"/>
              <a:t>["Drive"] = </a:t>
            </a:r>
            <a:r>
              <a:rPr lang="de-DE" sz="1000" dirty="0" err="1"/>
              <a:t>setColors</a:t>
            </a:r>
            <a:r>
              <a:rPr lang="de-DE" sz="1000" dirty="0"/>
              <a:t>["Base"],</a:t>
            </a:r>
          </a:p>
          <a:p>
            <a:pPr marL="0" indent="0">
              <a:buNone/>
            </a:pPr>
            <a:r>
              <a:rPr lang="de-DE" sz="1000" dirty="0"/>
              <a:t>["Sensorbox front"] = </a:t>
            </a:r>
            <a:r>
              <a:rPr lang="de-DE" sz="1000" dirty="0" err="1"/>
              <a:t>setColors</a:t>
            </a:r>
            <a:r>
              <a:rPr lang="de-DE" sz="1000" dirty="0"/>
              <a:t>["Main"],</a:t>
            </a:r>
          </a:p>
          <a:p>
            <a:pPr marL="0" indent="0">
              <a:buNone/>
            </a:pPr>
            <a:r>
              <a:rPr lang="de-DE" sz="1000" dirty="0"/>
              <a:t>["Sensorbox back"] = ["Main"],</a:t>
            </a:r>
          </a:p>
          <a:p>
            <a:pPr marL="0" indent="0">
              <a:buNone/>
            </a:pPr>
            <a:r>
              <a:rPr lang="de-DE" sz="1000" dirty="0"/>
              <a:t>["Sensorbox </a:t>
            </a:r>
            <a:r>
              <a:rPr lang="de-DE" sz="1000" dirty="0" err="1"/>
              <a:t>center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["Main"],</a:t>
            </a:r>
          </a:p>
          <a:p>
            <a:pPr marL="0" indent="0">
              <a:buNone/>
            </a:pPr>
            <a:r>
              <a:rPr lang="de-DE" sz="1000" dirty="0"/>
              <a:t>["Sensorbox </a:t>
            </a:r>
            <a:r>
              <a:rPr lang="de-DE" sz="1000" dirty="0" err="1"/>
              <a:t>left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["Main"],</a:t>
            </a:r>
          </a:p>
          <a:p>
            <a:pPr marL="0" indent="0">
              <a:buNone/>
            </a:pPr>
            <a:r>
              <a:rPr lang="de-DE" sz="1000" dirty="0"/>
              <a:t>["Wheel"] = </a:t>
            </a:r>
            <a:r>
              <a:rPr lang="de-DE" sz="1000" dirty="0" err="1"/>
              <a:t>setColors</a:t>
            </a:r>
            <a:r>
              <a:rPr lang="de-DE" sz="1000" dirty="0"/>
              <a:t>["Detail"],</a:t>
            </a:r>
          </a:p>
          <a:p>
            <a:pPr marL="0" indent="0">
              <a:buNone/>
            </a:pPr>
            <a:r>
              <a:rPr lang="de-DE" sz="1000" dirty="0"/>
              <a:t>["</a:t>
            </a:r>
            <a:r>
              <a:rPr lang="de-DE" sz="1000" dirty="0" err="1"/>
              <a:t>HubCap</a:t>
            </a:r>
            <a:r>
              <a:rPr lang="de-DE" sz="1000" dirty="0"/>
              <a:t> </a:t>
            </a:r>
            <a:r>
              <a:rPr lang="de-DE" sz="1000" dirty="0" err="1"/>
              <a:t>fl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["Accent"],</a:t>
            </a:r>
          </a:p>
          <a:p>
            <a:pPr marL="0" indent="0">
              <a:buNone/>
            </a:pPr>
            <a:r>
              <a:rPr lang="de-DE" sz="1000" dirty="0"/>
              <a:t>["</a:t>
            </a:r>
            <a:r>
              <a:rPr lang="de-DE" sz="1000" dirty="0" err="1"/>
              <a:t>HubCap</a:t>
            </a:r>
            <a:r>
              <a:rPr lang="de-DE" sz="1000" dirty="0"/>
              <a:t> </a:t>
            </a:r>
            <a:r>
              <a:rPr lang="de-DE" sz="1000" dirty="0" err="1"/>
              <a:t>fr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["Accent"],</a:t>
            </a:r>
          </a:p>
          <a:p>
            <a:pPr marL="0" indent="0">
              <a:buNone/>
            </a:pPr>
            <a:r>
              <a:rPr lang="de-DE" sz="1000" dirty="0"/>
              <a:t>["</a:t>
            </a:r>
            <a:r>
              <a:rPr lang="de-DE" sz="1000" dirty="0" err="1"/>
              <a:t>HubCap</a:t>
            </a:r>
            <a:r>
              <a:rPr lang="de-DE" sz="1000" dirty="0"/>
              <a:t> </a:t>
            </a:r>
            <a:r>
              <a:rPr lang="de-DE" sz="1000" dirty="0" err="1"/>
              <a:t>bl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["Accent"],</a:t>
            </a:r>
          </a:p>
          <a:p>
            <a:pPr marL="0" indent="0">
              <a:buNone/>
            </a:pPr>
            <a:r>
              <a:rPr lang="de-DE" sz="1000" dirty="0"/>
              <a:t>["</a:t>
            </a:r>
            <a:r>
              <a:rPr lang="de-DE" sz="1000" dirty="0" err="1"/>
              <a:t>HubCap</a:t>
            </a:r>
            <a:r>
              <a:rPr lang="de-DE" sz="1000" dirty="0"/>
              <a:t> </a:t>
            </a:r>
            <a:r>
              <a:rPr lang="de-DE" sz="1000" dirty="0" err="1"/>
              <a:t>br</a:t>
            </a:r>
            <a:r>
              <a:rPr lang="de-DE" sz="1000" dirty="0"/>
              <a:t>"] = </a:t>
            </a:r>
            <a:r>
              <a:rPr lang="de-DE" sz="1000" dirty="0" err="1"/>
              <a:t>setColors</a:t>
            </a:r>
            <a:r>
              <a:rPr lang="de-DE" sz="1000" dirty="0"/>
              <a:t>["Accent"],</a:t>
            </a:r>
          </a:p>
          <a:p>
            <a:pPr marL="0" indent="0">
              <a:buNone/>
            </a:pPr>
            <a:r>
              <a:rPr lang="de-DE" sz="1000" dirty="0"/>
              <a:t>["Tire"] = </a:t>
            </a:r>
            <a:r>
              <a:rPr lang="de-DE" sz="1000" dirty="0" err="1"/>
              <a:t>setColors.TryGetValue</a:t>
            </a:r>
            <a:r>
              <a:rPr lang="de-DE" sz="1000" dirty="0"/>
              <a:t>("Tires", out </a:t>
            </a:r>
            <a:r>
              <a:rPr lang="de-DE" sz="1000" dirty="0" err="1"/>
              <a:t>var</a:t>
            </a:r>
            <a:r>
              <a:rPr lang="de-DE" sz="1000" dirty="0"/>
              <a:t> </a:t>
            </a:r>
            <a:r>
              <a:rPr lang="de-DE" sz="1000" dirty="0" err="1"/>
              <a:t>tireColor</a:t>
            </a:r>
            <a:r>
              <a:rPr lang="de-DE" sz="1000" dirty="0"/>
              <a:t>)</a:t>
            </a:r>
          </a:p>
          <a:p>
            <a:r>
              <a:rPr lang="de-DE" sz="1000" dirty="0"/>
              <a:t>                ? </a:t>
            </a:r>
            <a:r>
              <a:rPr lang="de-DE" sz="1000" dirty="0" err="1"/>
              <a:t>tireColor</a:t>
            </a:r>
            <a:endParaRPr lang="de-DE" sz="1000" dirty="0"/>
          </a:p>
          <a:p>
            <a:r>
              <a:rPr lang="de-DE" sz="1000" dirty="0"/>
              <a:t>                : </a:t>
            </a:r>
            <a:r>
              <a:rPr lang="de-DE" sz="1000" dirty="0" err="1"/>
              <a:t>SharpDX.Color.Black</a:t>
            </a:r>
            <a:r>
              <a:rPr lang="de-DE" sz="1000" dirty="0"/>
              <a:t>,</a:t>
            </a:r>
          </a:p>
          <a:p>
            <a:endParaRPr lang="de-DE" sz="1000" dirty="0"/>
          </a:p>
          <a:p>
            <a:pPr marL="0" indent="0">
              <a:buNone/>
            </a:pPr>
            <a:r>
              <a:rPr lang="de-DE" sz="1000" dirty="0"/>
              <a:t>// Sensors</a:t>
            </a:r>
          </a:p>
          <a:p>
            <a:pPr marL="0" indent="0">
              <a:buNone/>
            </a:pPr>
            <a:r>
              <a:rPr lang="en-US" sz="1000" dirty="0"/>
              <a:t>["Sensor f 1"] = </a:t>
            </a:r>
            <a:r>
              <a:rPr lang="en-US" sz="1000" dirty="0" err="1"/>
              <a:t>setColors</a:t>
            </a:r>
            <a:r>
              <a:rPr lang="en-US" sz="1000" dirty="0"/>
              <a:t>["Detail"],</a:t>
            </a:r>
          </a:p>
          <a:p>
            <a:pPr marL="0" indent="0">
              <a:buNone/>
            </a:pPr>
            <a:r>
              <a:rPr lang="fr-FR" sz="1000" dirty="0"/>
              <a:t>["</a:t>
            </a:r>
            <a:r>
              <a:rPr lang="fr-FR" sz="1000" dirty="0" err="1"/>
              <a:t>Sensor</a:t>
            </a:r>
            <a:r>
              <a:rPr lang="fr-FR" sz="1000" dirty="0"/>
              <a:t> f 2"] = </a:t>
            </a:r>
            <a:r>
              <a:rPr lang="fr-FR" sz="1000" dirty="0" err="1"/>
              <a:t>setColors</a:t>
            </a:r>
            <a:r>
              <a:rPr lang="fr-FR" sz="1000" dirty="0"/>
              <a:t>["Accent"],</a:t>
            </a:r>
          </a:p>
          <a:p>
            <a:pPr marL="0" indent="0">
              <a:buNone/>
            </a:pPr>
            <a:r>
              <a:rPr lang="fr-FR" sz="1000" dirty="0"/>
              <a:t>["</a:t>
            </a:r>
            <a:r>
              <a:rPr lang="fr-FR" sz="1000" dirty="0" err="1"/>
              <a:t>Sensor</a:t>
            </a:r>
            <a:r>
              <a:rPr lang="fr-FR" sz="1000" dirty="0"/>
              <a:t> f 3"] = </a:t>
            </a:r>
            <a:r>
              <a:rPr lang="fr-FR" sz="1000" dirty="0" err="1"/>
              <a:t>setColors</a:t>
            </a:r>
            <a:r>
              <a:rPr lang="fr-FR" sz="1000" dirty="0"/>
              <a:t>["Accent"],</a:t>
            </a:r>
          </a:p>
          <a:p>
            <a:pPr marL="0" indent="0">
              <a:buNone/>
            </a:pPr>
            <a:r>
              <a:rPr lang="en-US" sz="1000" dirty="0"/>
              <a:t>["Sensor f 4"] = </a:t>
            </a:r>
            <a:r>
              <a:rPr lang="en-US" sz="1000" dirty="0" err="1"/>
              <a:t>setColors</a:t>
            </a:r>
            <a:r>
              <a:rPr lang="en-US" sz="1000" dirty="0"/>
              <a:t>["Detail"],</a:t>
            </a:r>
          </a:p>
          <a:p>
            <a:endParaRPr lang="de-DE" sz="1000" dirty="0"/>
          </a:p>
          <a:p>
            <a:pPr marL="0" indent="0">
              <a:buNone/>
            </a:pPr>
            <a:r>
              <a:rPr lang="en-US" sz="1000" dirty="0"/>
              <a:t>["Sensor b 1"] = </a:t>
            </a:r>
            <a:r>
              <a:rPr lang="en-US" sz="1000" dirty="0" err="1"/>
              <a:t>setColors</a:t>
            </a:r>
            <a:r>
              <a:rPr lang="en-US" sz="1000" dirty="0"/>
              <a:t>["Detail"],</a:t>
            </a:r>
          </a:p>
          <a:p>
            <a:pPr marL="0" indent="0">
              <a:buNone/>
            </a:pPr>
            <a:r>
              <a:rPr lang="fr-FR" sz="1000" dirty="0"/>
              <a:t>["</a:t>
            </a:r>
            <a:r>
              <a:rPr lang="fr-FR" sz="1000" dirty="0" err="1"/>
              <a:t>Sensor</a:t>
            </a:r>
            <a:r>
              <a:rPr lang="fr-FR" sz="1000" dirty="0"/>
              <a:t> b 2"] = </a:t>
            </a:r>
            <a:r>
              <a:rPr lang="fr-FR" sz="1000" dirty="0" err="1"/>
              <a:t>setColors</a:t>
            </a:r>
            <a:r>
              <a:rPr lang="fr-FR" sz="1000" dirty="0"/>
              <a:t>["Accent"],</a:t>
            </a:r>
          </a:p>
          <a:p>
            <a:pPr marL="0" indent="0">
              <a:buNone/>
            </a:pPr>
            <a:r>
              <a:rPr lang="fr-FR" sz="1000" dirty="0"/>
              <a:t>["</a:t>
            </a:r>
            <a:r>
              <a:rPr lang="fr-FR" sz="1000" dirty="0" err="1"/>
              <a:t>Sensor</a:t>
            </a:r>
            <a:r>
              <a:rPr lang="fr-FR" sz="1000" dirty="0"/>
              <a:t> b 3"] = </a:t>
            </a:r>
            <a:r>
              <a:rPr lang="fr-FR" sz="1000" dirty="0" err="1"/>
              <a:t>setColors</a:t>
            </a:r>
            <a:r>
              <a:rPr lang="fr-FR" sz="1000" dirty="0"/>
              <a:t>["Accent"],</a:t>
            </a:r>
          </a:p>
          <a:p>
            <a:pPr marL="0" indent="0">
              <a:buNone/>
            </a:pPr>
            <a:r>
              <a:rPr lang="en-US" sz="1000" dirty="0"/>
              <a:t>["Sensor b 4"] = </a:t>
            </a:r>
            <a:r>
              <a:rPr lang="en-US" sz="1000" dirty="0" err="1"/>
              <a:t>setColors</a:t>
            </a:r>
            <a:r>
              <a:rPr lang="en-US" sz="1000" dirty="0"/>
              <a:t>["Detail"],</a:t>
            </a:r>
          </a:p>
          <a:p>
            <a:endParaRPr lang="de-DE" sz="1000" dirty="0"/>
          </a:p>
          <a:p>
            <a:pPr marL="0" indent="0">
              <a:buNone/>
            </a:pPr>
            <a:r>
              <a:rPr lang="de-DE" sz="1000" dirty="0"/>
              <a:t>["Sensor c 1"] = </a:t>
            </a:r>
            <a:r>
              <a:rPr lang="de-DE" sz="1000" dirty="0" err="1"/>
              <a:t>setColors</a:t>
            </a:r>
            <a:r>
              <a:rPr lang="de-DE" sz="1000" dirty="0"/>
              <a:t>["Detail"],</a:t>
            </a:r>
          </a:p>
          <a:p>
            <a:pPr marL="0" indent="0">
              <a:buNone/>
            </a:pPr>
            <a:r>
              <a:rPr lang="de-DE" sz="1000" dirty="0"/>
              <a:t>["</a:t>
            </a:r>
            <a:r>
              <a:rPr lang="de-DE" sz="1000" dirty="0" err="1"/>
              <a:t>Sensorc</a:t>
            </a:r>
            <a:r>
              <a:rPr lang="de-DE" sz="1000" dirty="0"/>
              <a:t> 2"] = </a:t>
            </a:r>
            <a:r>
              <a:rPr lang="de-DE" sz="1000" dirty="0" err="1"/>
              <a:t>setColors</a:t>
            </a:r>
            <a:r>
              <a:rPr lang="de-DE" sz="1000" dirty="0"/>
              <a:t>["Detail"],</a:t>
            </a:r>
          </a:p>
          <a:p>
            <a:endParaRPr lang="de-DE" sz="1000" dirty="0"/>
          </a:p>
          <a:p>
            <a:pPr marL="0" indent="0">
              <a:buNone/>
            </a:pPr>
            <a:r>
              <a:rPr lang="de-DE" sz="1000" dirty="0"/>
              <a:t>["Sensor l 1"] = </a:t>
            </a:r>
            <a:r>
              <a:rPr lang="de-DE" sz="1000" dirty="0" err="1"/>
              <a:t>setColors</a:t>
            </a:r>
            <a:r>
              <a:rPr lang="de-DE" sz="1000" dirty="0"/>
              <a:t>["Detail"],</a:t>
            </a:r>
          </a:p>
          <a:p>
            <a:pPr marL="0" indent="0">
              <a:buNone/>
            </a:pPr>
            <a:r>
              <a:rPr lang="de-DE" sz="1000" dirty="0"/>
              <a:t>["Sensor l 2"] = </a:t>
            </a:r>
            <a:r>
              <a:rPr lang="de-DE" sz="1000" dirty="0" err="1"/>
              <a:t>setColors</a:t>
            </a:r>
            <a:r>
              <a:rPr lang="de-DE" sz="1000" dirty="0"/>
              <a:t>["Detail"]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1003</Words>
  <Application>Microsoft Office PowerPoint</Application>
  <PresentationFormat>On-screen Show (4:3)</PresentationFormat>
  <Paragraphs>228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TT Norms Pro</vt:lpstr>
      <vt:lpstr>Wingdings</vt:lpstr>
      <vt:lpstr>Office Theme</vt:lpstr>
      <vt:lpstr>Rules  &amp; Structur</vt:lpstr>
      <vt:lpstr>Drawing rules</vt:lpstr>
      <vt:lpstr>Assemblies</vt:lpstr>
      <vt:lpstr>System Structure</vt:lpstr>
      <vt:lpstr>Wheel and Drive Structure</vt:lpstr>
      <vt:lpstr>SensorBox</vt:lpstr>
      <vt:lpstr>Main-Frame</vt:lpstr>
      <vt:lpstr>Packages</vt:lpstr>
      <vt:lpstr>Color Scheme</vt:lpstr>
      <vt:lpstr>Color Scheme</vt:lpstr>
      <vt:lpstr>Farben &amp; Materialien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kdRupp</dc:creator>
  <cp:keywords/>
  <dc:description>generated using python-pptx</dc:description>
  <cp:lastModifiedBy>Klaus-Dieter Rupp</cp:lastModifiedBy>
  <cp:revision>6</cp:revision>
  <dcterms:created xsi:type="dcterms:W3CDTF">2013-01-27T09:14:16Z</dcterms:created>
  <dcterms:modified xsi:type="dcterms:W3CDTF">2025-09-26T09:38:15Z</dcterms:modified>
  <cp:category/>
</cp:coreProperties>
</file>